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freepik.com/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10400" y="1713500"/>
            <a:ext cx="8771200" cy="29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48800" y="5154267"/>
            <a:ext cx="6294400" cy="4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854463" y="2913902"/>
            <a:ext cx="5451748" cy="5451748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3629666" y="-1439685"/>
            <a:ext cx="5026084" cy="15144076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995867" y="-733633"/>
            <a:ext cx="2643967" cy="2684767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  <p:grpSp>
        <p:nvGrpSpPr>
          <p:cNvPr id="34" name="Google Shape;34;p2"/>
          <p:cNvGrpSpPr/>
          <p:nvPr/>
        </p:nvGrpSpPr>
        <p:grpSpPr>
          <a:xfrm>
            <a:off x="10839234" y="3406702"/>
            <a:ext cx="5630517" cy="5451748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11241034" y="-2909234"/>
            <a:ext cx="3339401" cy="61004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6640142" y="-14140989"/>
            <a:ext cx="5026084" cy="15144076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9060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2942400" y="3165533"/>
            <a:ext cx="6307200" cy="9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4183200" y="4692033"/>
            <a:ext cx="3825600" cy="9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2942400" y="1631851"/>
            <a:ext cx="6307200" cy="10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/>
          <p:nvPr/>
        </p:nvSpPr>
        <p:spPr>
          <a:xfrm rot="-2716073">
            <a:off x="276093" y="5476863"/>
            <a:ext cx="1175723" cy="1175797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3"/>
          <p:cNvSpPr/>
          <p:nvPr/>
        </p:nvSpPr>
        <p:spPr>
          <a:xfrm rot="-8083939" flipH="1">
            <a:off x="16816" y="161324"/>
            <a:ext cx="1436240" cy="91768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3"/>
          <p:cNvSpPr/>
          <p:nvPr/>
        </p:nvSpPr>
        <p:spPr>
          <a:xfrm>
            <a:off x="883952" y="1425584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3"/>
          <p:cNvSpPr/>
          <p:nvPr/>
        </p:nvSpPr>
        <p:spPr>
          <a:xfrm>
            <a:off x="482768" y="-3625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3"/>
          <p:cNvSpPr/>
          <p:nvPr/>
        </p:nvSpPr>
        <p:spPr>
          <a:xfrm>
            <a:off x="790352" y="5108681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3"/>
          <p:cNvSpPr/>
          <p:nvPr/>
        </p:nvSpPr>
        <p:spPr>
          <a:xfrm rot="-5400000">
            <a:off x="1504283" y="4571986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3"/>
          <p:cNvSpPr/>
          <p:nvPr/>
        </p:nvSpPr>
        <p:spPr>
          <a:xfrm rot="-5400000">
            <a:off x="1504283" y="5375020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3"/>
          <p:cNvSpPr/>
          <p:nvPr/>
        </p:nvSpPr>
        <p:spPr>
          <a:xfrm rot="-5400000">
            <a:off x="1504283" y="5107342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3"/>
          <p:cNvSpPr/>
          <p:nvPr/>
        </p:nvSpPr>
        <p:spPr>
          <a:xfrm rot="-5400000">
            <a:off x="1504283" y="4839664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3"/>
          <p:cNvGrpSpPr/>
          <p:nvPr/>
        </p:nvGrpSpPr>
        <p:grpSpPr>
          <a:xfrm>
            <a:off x="-2166495" y="-6122"/>
            <a:ext cx="6905123" cy="6904604"/>
            <a:chOff x="-1624871" y="-4592"/>
            <a:chExt cx="5178842" cy="5178453"/>
          </a:xfrm>
        </p:grpSpPr>
        <p:sp>
          <p:nvSpPr>
            <p:cNvPr id="77" name="Google Shape;77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9" name="Google Shape;79;p3"/>
          <p:cNvSpPr/>
          <p:nvPr/>
        </p:nvSpPr>
        <p:spPr>
          <a:xfrm rot="-2716073">
            <a:off x="276077" y="5476863"/>
            <a:ext cx="1175723" cy="1175797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3"/>
          <p:cNvSpPr/>
          <p:nvPr/>
        </p:nvSpPr>
        <p:spPr>
          <a:xfrm rot="-8083939" flipH="1">
            <a:off x="16816" y="161324"/>
            <a:ext cx="1436240" cy="91768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1" name="Google Shape;81;p3"/>
          <p:cNvGrpSpPr/>
          <p:nvPr/>
        </p:nvGrpSpPr>
        <p:grpSpPr>
          <a:xfrm>
            <a:off x="-1418687" y="3075464"/>
            <a:ext cx="4028963" cy="4195035"/>
            <a:chOff x="-1064015" y="2306598"/>
            <a:chExt cx="3021722" cy="3146276"/>
          </a:xfrm>
        </p:grpSpPr>
        <p:sp>
          <p:nvSpPr>
            <p:cNvPr id="82" name="Google Shape;82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883952" y="1425584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3"/>
          <p:cNvSpPr/>
          <p:nvPr/>
        </p:nvSpPr>
        <p:spPr>
          <a:xfrm>
            <a:off x="482768" y="-3625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8" name="Google Shape;88;p3"/>
          <p:cNvGrpSpPr/>
          <p:nvPr/>
        </p:nvGrpSpPr>
        <p:grpSpPr>
          <a:xfrm>
            <a:off x="1010750" y="3655050"/>
            <a:ext cx="1662757" cy="1787405"/>
            <a:chOff x="758062" y="2741287"/>
            <a:chExt cx="1247068" cy="1340554"/>
          </a:xfrm>
        </p:grpSpPr>
        <p:sp>
          <p:nvSpPr>
            <p:cNvPr id="89" name="Google Shape;89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790335" y="5108681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3"/>
          <p:cNvSpPr/>
          <p:nvPr/>
        </p:nvSpPr>
        <p:spPr>
          <a:xfrm rot="-5400000">
            <a:off x="1504283" y="4571986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3"/>
          <p:cNvSpPr/>
          <p:nvPr/>
        </p:nvSpPr>
        <p:spPr>
          <a:xfrm rot="-5400000">
            <a:off x="1504283" y="5375020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3"/>
          <p:cNvSpPr/>
          <p:nvPr/>
        </p:nvSpPr>
        <p:spPr>
          <a:xfrm rot="-5400000">
            <a:off x="1504283" y="5107342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3"/>
          <p:cNvSpPr/>
          <p:nvPr/>
        </p:nvSpPr>
        <p:spPr>
          <a:xfrm rot="-5400000">
            <a:off x="1504283" y="4839664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3"/>
          <p:cNvSpPr/>
          <p:nvPr/>
        </p:nvSpPr>
        <p:spPr>
          <a:xfrm rot="8083927">
            <a:off x="9761974" y="1684061"/>
            <a:ext cx="1175797" cy="1175723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3"/>
          <p:cNvSpPr/>
          <p:nvPr/>
        </p:nvSpPr>
        <p:spPr>
          <a:xfrm rot="8083927">
            <a:off x="10740184" y="230340"/>
            <a:ext cx="1175723" cy="1175797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3"/>
          <p:cNvSpPr/>
          <p:nvPr/>
        </p:nvSpPr>
        <p:spPr>
          <a:xfrm rot="2716061" flipH="1">
            <a:off x="10738945" y="5803994"/>
            <a:ext cx="1436240" cy="91768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3"/>
          <p:cNvSpPr/>
          <p:nvPr/>
        </p:nvSpPr>
        <p:spPr>
          <a:xfrm rot="10800000">
            <a:off x="11160848" y="5310215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3"/>
          <p:cNvSpPr/>
          <p:nvPr/>
        </p:nvSpPr>
        <p:spPr>
          <a:xfrm rot="10800000">
            <a:off x="11562032" y="7098299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3"/>
          <p:cNvSpPr/>
          <p:nvPr/>
        </p:nvSpPr>
        <p:spPr>
          <a:xfrm rot="10800000">
            <a:off x="10278799" y="3080749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3"/>
          <p:cNvSpPr/>
          <p:nvPr/>
        </p:nvSpPr>
        <p:spPr>
          <a:xfrm rot="10800000">
            <a:off x="11254448" y="1627117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3"/>
          <p:cNvSpPr/>
          <p:nvPr/>
        </p:nvSpPr>
        <p:spPr>
          <a:xfrm rot="5400000">
            <a:off x="10531021" y="2154317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3"/>
          <p:cNvSpPr/>
          <p:nvPr/>
        </p:nvSpPr>
        <p:spPr>
          <a:xfrm rot="5400000">
            <a:off x="10531021" y="1351284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3"/>
          <p:cNvSpPr/>
          <p:nvPr/>
        </p:nvSpPr>
        <p:spPr>
          <a:xfrm rot="5400000">
            <a:off x="10531021" y="1618961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3"/>
          <p:cNvSpPr/>
          <p:nvPr/>
        </p:nvSpPr>
        <p:spPr>
          <a:xfrm rot="5400000">
            <a:off x="10531021" y="1886640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9" name="Google Shape;109;p3"/>
          <p:cNvGrpSpPr/>
          <p:nvPr/>
        </p:nvGrpSpPr>
        <p:grpSpPr>
          <a:xfrm>
            <a:off x="7453372" y="-15482"/>
            <a:ext cx="6905123" cy="6904604"/>
            <a:chOff x="5590029" y="-11612"/>
            <a:chExt cx="5178842" cy="5178453"/>
          </a:xfrm>
        </p:grpSpPr>
        <p:sp>
          <p:nvSpPr>
            <p:cNvPr id="110" name="Google Shape;110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2" name="Google Shape;112;p3"/>
          <p:cNvSpPr/>
          <p:nvPr/>
        </p:nvSpPr>
        <p:spPr>
          <a:xfrm rot="8083927">
            <a:off x="9761974" y="1684061"/>
            <a:ext cx="1175797" cy="1175723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3"/>
          <p:cNvSpPr/>
          <p:nvPr/>
        </p:nvSpPr>
        <p:spPr>
          <a:xfrm rot="8083927">
            <a:off x="10740200" y="230340"/>
            <a:ext cx="1175723" cy="1175797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3"/>
          <p:cNvSpPr/>
          <p:nvPr/>
        </p:nvSpPr>
        <p:spPr>
          <a:xfrm rot="2716061" flipH="1">
            <a:off x="10738945" y="5803994"/>
            <a:ext cx="1436240" cy="91768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5" name="Google Shape;115;p3"/>
          <p:cNvGrpSpPr/>
          <p:nvPr/>
        </p:nvGrpSpPr>
        <p:grpSpPr>
          <a:xfrm>
            <a:off x="9581724" y="-387500"/>
            <a:ext cx="4028963" cy="4195035"/>
            <a:chOff x="7186293" y="-290625"/>
            <a:chExt cx="3021722" cy="3146276"/>
          </a:xfrm>
        </p:grpSpPr>
        <p:sp>
          <p:nvSpPr>
            <p:cNvPr id="116" name="Google Shape;116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0" name="Google Shape;120;p3"/>
          <p:cNvSpPr/>
          <p:nvPr/>
        </p:nvSpPr>
        <p:spPr>
          <a:xfrm rot="10800000">
            <a:off x="11160848" y="5310215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3"/>
          <p:cNvSpPr/>
          <p:nvPr/>
        </p:nvSpPr>
        <p:spPr>
          <a:xfrm rot="10800000">
            <a:off x="11562032" y="7098299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3"/>
          <p:cNvSpPr/>
          <p:nvPr/>
        </p:nvSpPr>
        <p:spPr>
          <a:xfrm rot="10800000">
            <a:off x="10278799" y="3080749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3"/>
          <p:cNvSpPr/>
          <p:nvPr/>
        </p:nvSpPr>
        <p:spPr>
          <a:xfrm rot="10800000">
            <a:off x="11254465" y="1627117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3"/>
          <p:cNvSpPr/>
          <p:nvPr/>
        </p:nvSpPr>
        <p:spPr>
          <a:xfrm rot="5400000">
            <a:off x="10531021" y="2154317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3"/>
          <p:cNvSpPr/>
          <p:nvPr/>
        </p:nvSpPr>
        <p:spPr>
          <a:xfrm rot="5400000">
            <a:off x="10531021" y="1351284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3"/>
          <p:cNvSpPr/>
          <p:nvPr/>
        </p:nvSpPr>
        <p:spPr>
          <a:xfrm rot="5400000">
            <a:off x="10531021" y="1618961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3"/>
          <p:cNvSpPr/>
          <p:nvPr/>
        </p:nvSpPr>
        <p:spPr>
          <a:xfrm rot="5400000">
            <a:off x="10531021" y="1886640"/>
            <a:ext cx="156697" cy="156697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6901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950967" y="1598667"/>
            <a:ext cx="10290000" cy="4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31" name="Google Shape;131;p4"/>
          <p:cNvGrpSpPr/>
          <p:nvPr/>
        </p:nvGrpSpPr>
        <p:grpSpPr>
          <a:xfrm>
            <a:off x="-4227015" y="4602903"/>
            <a:ext cx="4962601" cy="16181231"/>
            <a:chOff x="-3170262" y="3452177"/>
            <a:chExt cx="3721951" cy="12135923"/>
          </a:xfrm>
        </p:grpSpPr>
        <p:sp>
          <p:nvSpPr>
            <p:cNvPr id="132" name="Google Shape;132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" name="Google Shape;179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11574885" y="-2682597"/>
            <a:ext cx="4962601" cy="16181231"/>
            <a:chOff x="-3170262" y="3452177"/>
            <a:chExt cx="3721951" cy="12135923"/>
          </a:xfrm>
        </p:grpSpPr>
        <p:sp>
          <p:nvSpPr>
            <p:cNvPr id="189" name="Google Shape;189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" name="Google Shape;191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3" name="Google Shape;243;p4"/>
          <p:cNvGrpSpPr/>
          <p:nvPr/>
        </p:nvGrpSpPr>
        <p:grpSpPr>
          <a:xfrm>
            <a:off x="-1441394" y="-1430418"/>
            <a:ext cx="4028963" cy="4195035"/>
            <a:chOff x="-1081045" y="-1072813"/>
            <a:chExt cx="3021722" cy="3146276"/>
          </a:xfrm>
        </p:grpSpPr>
        <p:sp>
          <p:nvSpPr>
            <p:cNvPr id="244" name="Google Shape;244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4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4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3778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54" name="Google Shape;254;p5"/>
          <p:cNvSpPr txBox="1">
            <a:spLocks noGrp="1"/>
          </p:cNvSpPr>
          <p:nvPr>
            <p:ph type="subTitle" idx="1"/>
          </p:nvPr>
        </p:nvSpPr>
        <p:spPr>
          <a:xfrm>
            <a:off x="2570900" y="4548788"/>
            <a:ext cx="3086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55" name="Google Shape;255;p5"/>
          <p:cNvSpPr txBox="1">
            <a:spLocks noGrp="1"/>
          </p:cNvSpPr>
          <p:nvPr>
            <p:ph type="subTitle" idx="2"/>
          </p:nvPr>
        </p:nvSpPr>
        <p:spPr>
          <a:xfrm>
            <a:off x="2570900" y="3938871"/>
            <a:ext cx="3086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56" name="Google Shape;256;p5"/>
          <p:cNvSpPr txBox="1">
            <a:spLocks noGrp="1"/>
          </p:cNvSpPr>
          <p:nvPr>
            <p:ph type="subTitle" idx="3"/>
          </p:nvPr>
        </p:nvSpPr>
        <p:spPr>
          <a:xfrm>
            <a:off x="6535100" y="4548788"/>
            <a:ext cx="3086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57" name="Google Shape;257;p5"/>
          <p:cNvSpPr txBox="1">
            <a:spLocks noGrp="1"/>
          </p:cNvSpPr>
          <p:nvPr>
            <p:ph type="subTitle" idx="4"/>
          </p:nvPr>
        </p:nvSpPr>
        <p:spPr>
          <a:xfrm>
            <a:off x="6535100" y="3938871"/>
            <a:ext cx="3086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 rot="10800000">
            <a:off x="10643702" y="-725618"/>
            <a:ext cx="357300" cy="2072433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9" name="Google Shape;259;p5"/>
          <p:cNvGrpSpPr/>
          <p:nvPr/>
        </p:nvGrpSpPr>
        <p:grpSpPr>
          <a:xfrm>
            <a:off x="-3279482" y="851949"/>
            <a:ext cx="5026084" cy="15144076"/>
            <a:chOff x="-2722250" y="-1079764"/>
            <a:chExt cx="3769563" cy="11358057"/>
          </a:xfrm>
        </p:grpSpPr>
        <p:sp>
          <p:nvSpPr>
            <p:cNvPr id="260" name="Google Shape;260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-593266" y="3661948"/>
            <a:ext cx="1544233" cy="3758819"/>
            <a:chOff x="-444950" y="2746461"/>
            <a:chExt cx="1158175" cy="2819114"/>
          </a:xfrm>
        </p:grpSpPr>
        <p:sp>
          <p:nvSpPr>
            <p:cNvPr id="275" name="Google Shape;275;p5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76" name="Google Shape;276;p5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79" name="Google Shape;279;p5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10824018" y="2253615"/>
            <a:ext cx="5026084" cy="15144076"/>
            <a:chOff x="-2722250" y="-1079764"/>
            <a:chExt cx="3769563" cy="11358057"/>
          </a:xfrm>
        </p:grpSpPr>
        <p:sp>
          <p:nvSpPr>
            <p:cNvPr id="284" name="Google Shape;284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8" name="Google Shape;298;p5"/>
          <p:cNvGrpSpPr/>
          <p:nvPr/>
        </p:nvGrpSpPr>
        <p:grpSpPr>
          <a:xfrm rot="-5400000" flipH="1">
            <a:off x="19102328" y="-10873565"/>
            <a:ext cx="7427029" cy="24216829"/>
            <a:chOff x="-3170262" y="3452177"/>
            <a:chExt cx="3721951" cy="12135923"/>
          </a:xfrm>
        </p:grpSpPr>
        <p:sp>
          <p:nvSpPr>
            <p:cNvPr id="299" name="Google Shape;299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" name="Google Shape;303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5" name="Google Shape;355;p5"/>
          <p:cNvSpPr/>
          <p:nvPr/>
        </p:nvSpPr>
        <p:spPr>
          <a:xfrm rot="10800000">
            <a:off x="10643702" y="-725618"/>
            <a:ext cx="357300" cy="2072433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356" name="Google Shape;356;p5"/>
          <p:cNvGrpSpPr/>
          <p:nvPr/>
        </p:nvGrpSpPr>
        <p:grpSpPr>
          <a:xfrm>
            <a:off x="11123481" y="-1676679"/>
            <a:ext cx="2177020" cy="6002313"/>
            <a:chOff x="8342610" y="-1257510"/>
            <a:chExt cx="1632765" cy="4501735"/>
          </a:xfrm>
        </p:grpSpPr>
        <p:sp>
          <p:nvSpPr>
            <p:cNvPr id="357" name="Google Shape;357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359" name="Google Shape;359;p5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360" name="Google Shape;360;p5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1" name="Google Shape;361;p5"/>
          <p:cNvSpPr/>
          <p:nvPr/>
        </p:nvSpPr>
        <p:spPr>
          <a:xfrm rot="10800000">
            <a:off x="10925032" y="13468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5"/>
          <p:cNvSpPr/>
          <p:nvPr/>
        </p:nvSpPr>
        <p:spPr>
          <a:xfrm rot="10800000">
            <a:off x="10925032" y="13468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122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365" name="Google Shape;365;p6"/>
          <p:cNvGrpSpPr/>
          <p:nvPr/>
        </p:nvGrpSpPr>
        <p:grpSpPr>
          <a:xfrm>
            <a:off x="11574885" y="-2682597"/>
            <a:ext cx="4962601" cy="16181231"/>
            <a:chOff x="-3170262" y="3452177"/>
            <a:chExt cx="3721951" cy="12135923"/>
          </a:xfrm>
        </p:grpSpPr>
        <p:sp>
          <p:nvSpPr>
            <p:cNvPr id="366" name="Google Shape;366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4433999" y="-93451"/>
            <a:ext cx="5026084" cy="15144076"/>
            <a:chOff x="-2722250" y="-1079764"/>
            <a:chExt cx="3769563" cy="11358057"/>
          </a:xfrm>
        </p:grpSpPr>
        <p:sp>
          <p:nvSpPr>
            <p:cNvPr id="421" name="Google Shape;421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35" name="Google Shape;435;p6"/>
          <p:cNvGrpSpPr/>
          <p:nvPr/>
        </p:nvGrpSpPr>
        <p:grpSpPr>
          <a:xfrm rot="10800000">
            <a:off x="819359" y="-1674464"/>
            <a:ext cx="2643967" cy="2684767"/>
            <a:chOff x="746900" y="-550225"/>
            <a:chExt cx="1982975" cy="2013575"/>
          </a:xfrm>
        </p:grpSpPr>
        <p:sp>
          <p:nvSpPr>
            <p:cNvPr id="436" name="Google Shape;436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437" name="Google Shape;437;p6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</p:spTree>
    <p:extLst>
      <p:ext uri="{BB962C8B-B14F-4D97-AF65-F5344CB8AC3E}">
        <p14:creationId xmlns:p14="http://schemas.microsoft.com/office/powerpoint/2010/main" val="410423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3576401" y="832815"/>
            <a:ext cx="5026084" cy="15144076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10839234" y="-147865"/>
            <a:ext cx="5630517" cy="5451748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3514349" y="-6954469"/>
            <a:ext cx="5026084" cy="15144076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82" name="Google Shape;482;p7"/>
          <p:cNvSpPr txBox="1">
            <a:spLocks noGrp="1"/>
          </p:cNvSpPr>
          <p:nvPr>
            <p:ph type="title"/>
          </p:nvPr>
        </p:nvSpPr>
        <p:spPr>
          <a:xfrm>
            <a:off x="2253400" y="585133"/>
            <a:ext cx="7685200" cy="1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83" name="Google Shape;483;p7"/>
          <p:cNvSpPr txBox="1">
            <a:spLocks noGrp="1"/>
          </p:cNvSpPr>
          <p:nvPr>
            <p:ph type="body" idx="1"/>
          </p:nvPr>
        </p:nvSpPr>
        <p:spPr>
          <a:xfrm>
            <a:off x="3388200" y="2733833"/>
            <a:ext cx="5415600" cy="26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744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"/>
          <p:cNvSpPr txBox="1">
            <a:spLocks noGrp="1"/>
          </p:cNvSpPr>
          <p:nvPr>
            <p:ph type="title"/>
          </p:nvPr>
        </p:nvSpPr>
        <p:spPr>
          <a:xfrm>
            <a:off x="1669200" y="1712900"/>
            <a:ext cx="88536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486" name="Google Shape;486;p8"/>
          <p:cNvGrpSpPr/>
          <p:nvPr/>
        </p:nvGrpSpPr>
        <p:grpSpPr>
          <a:xfrm rot="-5400000" flipH="1">
            <a:off x="7313100" y="6008375"/>
            <a:ext cx="5630517" cy="5451748"/>
            <a:chOff x="8129425" y="2555026"/>
            <a:chExt cx="4222888" cy="4088811"/>
          </a:xfrm>
        </p:grpSpPr>
        <p:sp>
          <p:nvSpPr>
            <p:cNvPr id="487" name="Google Shape;487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5" name="Google Shape;495;p8"/>
          <p:cNvGrpSpPr/>
          <p:nvPr/>
        </p:nvGrpSpPr>
        <p:grpSpPr>
          <a:xfrm rot="10800000" flipH="1">
            <a:off x="11029737" y="-7392405"/>
            <a:ext cx="5026084" cy="15144076"/>
            <a:chOff x="-2722250" y="-1079764"/>
            <a:chExt cx="3769563" cy="11358057"/>
          </a:xfrm>
        </p:grpSpPr>
        <p:sp>
          <p:nvSpPr>
            <p:cNvPr id="496" name="Google Shape;496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10" name="Google Shape;510;p8"/>
          <p:cNvGrpSpPr/>
          <p:nvPr/>
        </p:nvGrpSpPr>
        <p:grpSpPr>
          <a:xfrm rot="5400000" flipH="1">
            <a:off x="-743075" y="-4602122"/>
            <a:ext cx="5630517" cy="5451748"/>
            <a:chOff x="8129425" y="2555026"/>
            <a:chExt cx="4222888" cy="4088811"/>
          </a:xfrm>
        </p:grpSpPr>
        <p:sp>
          <p:nvSpPr>
            <p:cNvPr id="511" name="Google Shape;511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8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8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8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19" name="Google Shape;519;p8"/>
          <p:cNvGrpSpPr/>
          <p:nvPr/>
        </p:nvGrpSpPr>
        <p:grpSpPr>
          <a:xfrm rot="5400000" flipH="1">
            <a:off x="-8922825" y="-1811455"/>
            <a:ext cx="5026084" cy="15144076"/>
            <a:chOff x="-2722250" y="-1079764"/>
            <a:chExt cx="3769563" cy="11358057"/>
          </a:xfrm>
        </p:grpSpPr>
        <p:sp>
          <p:nvSpPr>
            <p:cNvPr id="520" name="Google Shape;520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5643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3126000" y="1838492"/>
            <a:ext cx="5940000" cy="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3399200" y="3393308"/>
            <a:ext cx="5393600" cy="1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769633" y="-789233"/>
            <a:ext cx="902000" cy="43208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538" name="Google Shape;538;p9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3710700" y="3406702"/>
            <a:ext cx="5630517" cy="5451748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3982326" y="1209829"/>
            <a:ext cx="5026084" cy="15144076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11455700" y="-1603781"/>
            <a:ext cx="5630517" cy="5451748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651052" y="3493448"/>
            <a:ext cx="200800" cy="200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73" name="Google Shape;573;p9"/>
          <p:cNvGrpSpPr/>
          <p:nvPr/>
        </p:nvGrpSpPr>
        <p:grpSpPr>
          <a:xfrm>
            <a:off x="1099984" y="478985"/>
            <a:ext cx="156697" cy="959731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769633" y="-789233"/>
            <a:ext cx="902000" cy="43208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583" name="Google Shape;583;p9"/>
          <p:cNvSpPr/>
          <p:nvPr/>
        </p:nvSpPr>
        <p:spPr>
          <a:xfrm>
            <a:off x="1651052" y="3493448"/>
            <a:ext cx="200800" cy="200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10937267" y="2644285"/>
            <a:ext cx="317252" cy="4297983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10272153" y="-129483"/>
            <a:ext cx="348081" cy="5217688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2408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"/>
          <p:cNvSpPr/>
          <p:nvPr/>
        </p:nvSpPr>
        <p:spPr>
          <a:xfrm>
            <a:off x="0" y="0"/>
            <a:ext cx="8989600" cy="6858000"/>
          </a:xfrm>
          <a:prstGeom prst="rect">
            <a:avLst/>
          </a:prstGeom>
          <a:gradFill>
            <a:gsLst>
              <a:gs pos="0">
                <a:srgbClr val="000000">
                  <a:alpha val="45490"/>
                </a:srgbClr>
              </a:gs>
              <a:gs pos="100000">
                <a:srgbClr val="3D3E4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97" name="Google Shape;597;p10"/>
          <p:cNvGrpSpPr/>
          <p:nvPr/>
        </p:nvGrpSpPr>
        <p:grpSpPr>
          <a:xfrm rot="5400000" flipH="1">
            <a:off x="-743075" y="-4602122"/>
            <a:ext cx="5630517" cy="5451748"/>
            <a:chOff x="8129425" y="2555026"/>
            <a:chExt cx="4222888" cy="4088811"/>
          </a:xfrm>
        </p:grpSpPr>
        <p:sp>
          <p:nvSpPr>
            <p:cNvPr id="598" name="Google Shape;598;p10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10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10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10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10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10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10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10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06" name="Google Shape;606;p10"/>
          <p:cNvGrpSpPr/>
          <p:nvPr/>
        </p:nvGrpSpPr>
        <p:grpSpPr>
          <a:xfrm>
            <a:off x="7911918" y="5254649"/>
            <a:ext cx="5026084" cy="15144076"/>
            <a:chOff x="-2722250" y="-1079764"/>
            <a:chExt cx="3769563" cy="11358057"/>
          </a:xfrm>
        </p:grpSpPr>
        <p:sp>
          <p:nvSpPr>
            <p:cNvPr id="607" name="Google Shape;607;p10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10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10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10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10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10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10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10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10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10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10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10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10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10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1" name="Google Shape;621;p10"/>
          <p:cNvSpPr txBox="1">
            <a:spLocks noGrp="1"/>
          </p:cNvSpPr>
          <p:nvPr>
            <p:ph type="title"/>
          </p:nvPr>
        </p:nvSpPr>
        <p:spPr>
          <a:xfrm>
            <a:off x="950967" y="3063567"/>
            <a:ext cx="5068000" cy="32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067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1"/>
          <p:cNvSpPr txBox="1">
            <a:spLocks noGrp="1"/>
          </p:cNvSpPr>
          <p:nvPr>
            <p:ph type="title" hasCustomPrompt="1"/>
          </p:nvPr>
        </p:nvSpPr>
        <p:spPr>
          <a:xfrm>
            <a:off x="1619000" y="1686433"/>
            <a:ext cx="8954000" cy="17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8700"/>
              <a:buNone/>
              <a:defRPr sz="11600"/>
            </a:lvl9pPr>
          </a:lstStyle>
          <a:p>
            <a:r>
              <a:t>xx%</a:t>
            </a:r>
          </a:p>
        </p:txBody>
      </p:sp>
      <p:grpSp>
        <p:nvGrpSpPr>
          <p:cNvPr id="624" name="Google Shape;624;p11"/>
          <p:cNvGrpSpPr/>
          <p:nvPr/>
        </p:nvGrpSpPr>
        <p:grpSpPr>
          <a:xfrm rot="5400000">
            <a:off x="8810197" y="3825988"/>
            <a:ext cx="2177020" cy="6002313"/>
            <a:chOff x="8342610" y="-1257510"/>
            <a:chExt cx="1632765" cy="4501735"/>
          </a:xfrm>
        </p:grpSpPr>
        <p:sp>
          <p:nvSpPr>
            <p:cNvPr id="625" name="Google Shape;625;p11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11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627" name="Google Shape;627;p11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628" name="Google Shape;628;p11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9" name="Google Shape;629;p11"/>
          <p:cNvGrpSpPr/>
          <p:nvPr/>
        </p:nvGrpSpPr>
        <p:grpSpPr>
          <a:xfrm>
            <a:off x="-3869849" y="-6532205"/>
            <a:ext cx="4962601" cy="16181231"/>
            <a:chOff x="-3170262" y="3452177"/>
            <a:chExt cx="3721951" cy="12135923"/>
          </a:xfrm>
        </p:grpSpPr>
        <p:sp>
          <p:nvSpPr>
            <p:cNvPr id="630" name="Google Shape;630;p1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1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1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1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1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1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1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1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1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1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1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1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1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1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1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1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1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1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1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1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1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1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1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1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1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1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1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1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1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1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1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1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1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1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1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1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1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1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1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1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1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1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1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1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1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1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1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1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1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1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1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1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1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1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1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1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6" name="Google Shape;686;p11"/>
          <p:cNvGrpSpPr/>
          <p:nvPr/>
        </p:nvGrpSpPr>
        <p:grpSpPr>
          <a:xfrm>
            <a:off x="11241018" y="-2464969"/>
            <a:ext cx="5026084" cy="15144076"/>
            <a:chOff x="-2722250" y="-1079764"/>
            <a:chExt cx="3769563" cy="11358057"/>
          </a:xfrm>
        </p:grpSpPr>
        <p:sp>
          <p:nvSpPr>
            <p:cNvPr id="687" name="Google Shape;687;p1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1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1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1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1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1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1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1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1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1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1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1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1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1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01" name="Google Shape;701;p11"/>
          <p:cNvSpPr txBox="1">
            <a:spLocks noGrp="1"/>
          </p:cNvSpPr>
          <p:nvPr>
            <p:ph type="subTitle" idx="1"/>
          </p:nvPr>
        </p:nvSpPr>
        <p:spPr>
          <a:xfrm>
            <a:off x="3274600" y="3939000"/>
            <a:ext cx="5642800" cy="729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430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488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2634133" y="4565300"/>
            <a:ext cx="3212800" cy="62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2634133" y="4084237"/>
            <a:ext cx="3212800" cy="40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399015" y="4256067"/>
            <a:ext cx="1072000" cy="7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6539648" y="4256067"/>
            <a:ext cx="1072000" cy="7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399015" y="2482317"/>
            <a:ext cx="1072000" cy="7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6539648" y="2482317"/>
            <a:ext cx="1072000" cy="7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2634133" y="2791567"/>
            <a:ext cx="3212800" cy="62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2634133" y="2310504"/>
            <a:ext cx="3212800" cy="40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7774767" y="4565300"/>
            <a:ext cx="3212800" cy="62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7774767" y="4084237"/>
            <a:ext cx="3212800" cy="40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7774767" y="2791567"/>
            <a:ext cx="3212800" cy="62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7774767" y="2310504"/>
            <a:ext cx="3212800" cy="40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4174649" y="-6532205"/>
            <a:ext cx="4962601" cy="16181231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8412258" y="5865662"/>
            <a:ext cx="5026084" cy="15144076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11501834" y="-2849513"/>
            <a:ext cx="824701" cy="7775348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1134904" y="4290020"/>
            <a:ext cx="4195035" cy="4028963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7456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4"/>
          <p:cNvSpPr txBox="1">
            <a:spLocks noGrp="1"/>
          </p:cNvSpPr>
          <p:nvPr>
            <p:ph type="title"/>
          </p:nvPr>
        </p:nvSpPr>
        <p:spPr>
          <a:xfrm>
            <a:off x="1749000" y="5315867"/>
            <a:ext cx="8694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01" name="Google Shape;801;p14"/>
          <p:cNvSpPr txBox="1">
            <a:spLocks noGrp="1"/>
          </p:cNvSpPr>
          <p:nvPr>
            <p:ph type="subTitle" idx="1"/>
          </p:nvPr>
        </p:nvSpPr>
        <p:spPr>
          <a:xfrm>
            <a:off x="1749000" y="2579433"/>
            <a:ext cx="8694000" cy="205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802" name="Google Shape;802;p14"/>
          <p:cNvGrpSpPr/>
          <p:nvPr/>
        </p:nvGrpSpPr>
        <p:grpSpPr>
          <a:xfrm flipH="1">
            <a:off x="10890585" y="-6532205"/>
            <a:ext cx="4962601" cy="16181231"/>
            <a:chOff x="-3170262" y="3452177"/>
            <a:chExt cx="3721951" cy="12135923"/>
          </a:xfrm>
        </p:grpSpPr>
        <p:sp>
          <p:nvSpPr>
            <p:cNvPr id="803" name="Google Shape;803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0" name="Google Shape;810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2" name="Google Shape;822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2" name="Google Shape;832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4" name="Google Shape;854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9" name="Google Shape;859;p14"/>
          <p:cNvGrpSpPr/>
          <p:nvPr/>
        </p:nvGrpSpPr>
        <p:grpSpPr>
          <a:xfrm rot="10800000">
            <a:off x="-3804615" y="-3257838"/>
            <a:ext cx="4962601" cy="16181231"/>
            <a:chOff x="-3170262" y="3452177"/>
            <a:chExt cx="3721951" cy="12135923"/>
          </a:xfrm>
        </p:grpSpPr>
        <p:sp>
          <p:nvSpPr>
            <p:cNvPr id="860" name="Google Shape;860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1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9" name="Google Shape;889;p1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0" name="Google Shape;890;p1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1" name="Google Shape;891;p1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2" name="Google Shape;892;p1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1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1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1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1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1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1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1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1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1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1" name="Google Shape;911;p1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2" name="Google Shape;912;p1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3" name="Google Shape;913;p1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4" name="Google Shape;914;p1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5" name="Google Shape;915;p1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16" name="Google Shape;916;p14"/>
          <p:cNvGrpSpPr/>
          <p:nvPr/>
        </p:nvGrpSpPr>
        <p:grpSpPr>
          <a:xfrm rot="10800000">
            <a:off x="11515453" y="4172817"/>
            <a:ext cx="348081" cy="5217688"/>
            <a:chOff x="7704114" y="-97112"/>
            <a:chExt cx="261061" cy="3913266"/>
          </a:xfrm>
        </p:grpSpPr>
        <p:sp>
          <p:nvSpPr>
            <p:cNvPr id="917" name="Google Shape;917;p14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918" name="Google Shape;918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14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920" name="Google Shape;920;p14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47164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"/>
          <p:cNvSpPr txBox="1">
            <a:spLocks noGrp="1"/>
          </p:cNvSpPr>
          <p:nvPr>
            <p:ph type="title"/>
          </p:nvPr>
        </p:nvSpPr>
        <p:spPr>
          <a:xfrm>
            <a:off x="4052533" y="2416733"/>
            <a:ext cx="6307200" cy="9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23" name="Google Shape;923;p15"/>
          <p:cNvSpPr txBox="1">
            <a:spLocks noGrp="1"/>
          </p:cNvSpPr>
          <p:nvPr>
            <p:ph type="subTitle" idx="1"/>
          </p:nvPr>
        </p:nvSpPr>
        <p:spPr>
          <a:xfrm>
            <a:off x="4052533" y="3805800"/>
            <a:ext cx="5511200" cy="5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924" name="Google Shape;924;p15"/>
          <p:cNvSpPr txBox="1">
            <a:spLocks noGrp="1"/>
          </p:cNvSpPr>
          <p:nvPr>
            <p:ph type="title" idx="2" hasCustomPrompt="1"/>
          </p:nvPr>
        </p:nvSpPr>
        <p:spPr>
          <a:xfrm>
            <a:off x="2165467" y="2879169"/>
            <a:ext cx="1435200" cy="10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grpSp>
        <p:nvGrpSpPr>
          <p:cNvPr id="925" name="Google Shape;925;p15"/>
          <p:cNvGrpSpPr/>
          <p:nvPr/>
        </p:nvGrpSpPr>
        <p:grpSpPr>
          <a:xfrm rot="5400000" flipH="1">
            <a:off x="4326834" y="-8888705"/>
            <a:ext cx="4962601" cy="16181231"/>
            <a:chOff x="-3170262" y="3452177"/>
            <a:chExt cx="3721951" cy="12135923"/>
          </a:xfrm>
        </p:grpSpPr>
        <p:sp>
          <p:nvSpPr>
            <p:cNvPr id="926" name="Google Shape;926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2" name="Google Shape;932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6" name="Google Shape;936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7" name="Google Shape;937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82" name="Google Shape;982;p15"/>
          <p:cNvGrpSpPr/>
          <p:nvPr/>
        </p:nvGrpSpPr>
        <p:grpSpPr>
          <a:xfrm>
            <a:off x="-3343210" y="5346842"/>
            <a:ext cx="18241961" cy="4962601"/>
            <a:chOff x="-2507408" y="4010131"/>
            <a:chExt cx="13681471" cy="3721951"/>
          </a:xfrm>
        </p:grpSpPr>
        <p:sp>
          <p:nvSpPr>
            <p:cNvPr id="983" name="Google Shape;983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5"/>
            <p:cNvSpPr/>
            <p:nvPr/>
          </p:nvSpPr>
          <p:spPr>
            <a:xfrm rot="-5400000">
              <a:off x="6394794" y="37056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5"/>
            <p:cNvSpPr/>
            <p:nvPr/>
          </p:nvSpPr>
          <p:spPr>
            <a:xfrm rot="10800000" flipH="1">
              <a:off x="5481164" y="74639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9" name="Google Shape;1009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4" name="Google Shape;1024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5" name="Google Shape;1025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6" name="Google Shape;1026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7" name="Google Shape;1027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029" name="Google Shape;1029;p15"/>
            <p:cNvGrpSpPr/>
            <p:nvPr/>
          </p:nvGrpSpPr>
          <p:grpSpPr>
            <a:xfrm>
              <a:off x="-2507408" y="4560924"/>
              <a:ext cx="6876983" cy="300288"/>
              <a:chOff x="-2507408" y="4560924"/>
              <a:chExt cx="6876983" cy="300288"/>
            </a:xfrm>
          </p:grpSpPr>
          <p:sp>
            <p:nvSpPr>
              <p:cNvPr id="1030" name="Google Shape;1030;p15"/>
              <p:cNvSpPr/>
              <p:nvPr/>
            </p:nvSpPr>
            <p:spPr>
              <a:xfrm rot="-5400000">
                <a:off x="846319" y="1337956"/>
                <a:ext cx="169528" cy="687698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59550" fill="none" extrusionOk="0">
                    <a:moveTo>
                      <a:pt x="1467" y="59549"/>
                    </a:moveTo>
                    <a:lnTo>
                      <a:pt x="1467" y="12749"/>
                    </a:lnTo>
                    <a:lnTo>
                      <a:pt x="1" y="1130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28588" algn="bl" rotWithShape="0">
                  <a:schemeClr val="accen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826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6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035" name="Google Shape;1035;p16"/>
          <p:cNvGrpSpPr/>
          <p:nvPr/>
        </p:nvGrpSpPr>
        <p:grpSpPr>
          <a:xfrm rot="-5400000" flipH="1">
            <a:off x="7313100" y="6008375"/>
            <a:ext cx="5630517" cy="5451748"/>
            <a:chOff x="8129425" y="2555026"/>
            <a:chExt cx="4222888" cy="4088811"/>
          </a:xfrm>
        </p:grpSpPr>
        <p:sp>
          <p:nvSpPr>
            <p:cNvPr id="1036" name="Google Shape;1036;p16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1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1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1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1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1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1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44" name="Google Shape;1044;p16"/>
          <p:cNvGrpSpPr/>
          <p:nvPr/>
        </p:nvGrpSpPr>
        <p:grpSpPr>
          <a:xfrm>
            <a:off x="-1800769" y="511467"/>
            <a:ext cx="2571693" cy="3768795"/>
            <a:chOff x="-1350577" y="383600"/>
            <a:chExt cx="1928770" cy="2826596"/>
          </a:xfrm>
        </p:grpSpPr>
        <p:sp>
          <p:nvSpPr>
            <p:cNvPr id="1045" name="Google Shape;1045;p16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16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16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16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9" name="Google Shape;1049;p16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0" name="Google Shape;1050;p16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1" name="Google Shape;1051;p16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16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3" name="Google Shape;1053;p16"/>
          <p:cNvGrpSpPr/>
          <p:nvPr/>
        </p:nvGrpSpPr>
        <p:grpSpPr>
          <a:xfrm rot="10800000">
            <a:off x="11421001" y="-392816"/>
            <a:ext cx="317252" cy="4297983"/>
            <a:chOff x="8202950" y="1983213"/>
            <a:chExt cx="237939" cy="3223487"/>
          </a:xfrm>
        </p:grpSpPr>
        <p:sp>
          <p:nvSpPr>
            <p:cNvPr id="1054" name="Google Shape;1054;p16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055" name="Google Shape;1055;p16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057" name="Google Shape;1057;p16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8" name="Google Shape;1058;p16"/>
          <p:cNvGrpSpPr/>
          <p:nvPr/>
        </p:nvGrpSpPr>
        <p:grpSpPr>
          <a:xfrm rot="5400000">
            <a:off x="-985899" y="860015"/>
            <a:ext cx="5026084" cy="15144076"/>
            <a:chOff x="-2722250" y="-1079764"/>
            <a:chExt cx="3769563" cy="11358057"/>
          </a:xfrm>
        </p:grpSpPr>
        <p:sp>
          <p:nvSpPr>
            <p:cNvPr id="1059" name="Google Shape;1059;p1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1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1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1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1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1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1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1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16"/>
            <p:cNvSpPr/>
            <p:nvPr/>
          </p:nvSpPr>
          <p:spPr>
            <a:xfrm rot="-5400000">
              <a:off x="-3866449" y="6310625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16"/>
            <p:cNvSpPr/>
            <p:nvPr/>
          </p:nvSpPr>
          <p:spPr>
            <a:xfrm rot="-5400000">
              <a:off x="-3866449" y="6310625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1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1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1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73" name="Google Shape;1073;p16"/>
          <p:cNvSpPr txBox="1">
            <a:spLocks noGrp="1"/>
          </p:cNvSpPr>
          <p:nvPr>
            <p:ph type="subTitle" idx="1"/>
          </p:nvPr>
        </p:nvSpPr>
        <p:spPr>
          <a:xfrm>
            <a:off x="1154200" y="2519325"/>
            <a:ext cx="29504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74" name="Google Shape;1074;p16"/>
          <p:cNvSpPr txBox="1">
            <a:spLocks noGrp="1"/>
          </p:cNvSpPr>
          <p:nvPr>
            <p:ph type="subTitle" idx="2"/>
          </p:nvPr>
        </p:nvSpPr>
        <p:spPr>
          <a:xfrm>
            <a:off x="1154200" y="2011000"/>
            <a:ext cx="29504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75" name="Google Shape;1075;p16"/>
          <p:cNvSpPr txBox="1">
            <a:spLocks noGrp="1"/>
          </p:cNvSpPr>
          <p:nvPr>
            <p:ph type="subTitle" idx="3"/>
          </p:nvPr>
        </p:nvSpPr>
        <p:spPr>
          <a:xfrm>
            <a:off x="1154200" y="4247859"/>
            <a:ext cx="29504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76" name="Google Shape;1076;p16"/>
          <p:cNvSpPr txBox="1">
            <a:spLocks noGrp="1"/>
          </p:cNvSpPr>
          <p:nvPr>
            <p:ph type="subTitle" idx="4"/>
          </p:nvPr>
        </p:nvSpPr>
        <p:spPr>
          <a:xfrm>
            <a:off x="1154200" y="3739533"/>
            <a:ext cx="29504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77" name="Google Shape;1077;p16"/>
          <p:cNvSpPr txBox="1">
            <a:spLocks noGrp="1"/>
          </p:cNvSpPr>
          <p:nvPr>
            <p:ph type="title" idx="5" hasCustomPrompt="1"/>
          </p:nvPr>
        </p:nvSpPr>
        <p:spPr>
          <a:xfrm>
            <a:off x="9499400" y="2308133"/>
            <a:ext cx="1538400" cy="8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1078" name="Google Shape;1078;p16"/>
          <p:cNvSpPr txBox="1">
            <a:spLocks noGrp="1"/>
          </p:cNvSpPr>
          <p:nvPr>
            <p:ph type="title" idx="6" hasCustomPrompt="1"/>
          </p:nvPr>
        </p:nvSpPr>
        <p:spPr>
          <a:xfrm>
            <a:off x="9499400" y="4037500"/>
            <a:ext cx="1538400" cy="8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681873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17"/>
          <p:cNvGrpSpPr/>
          <p:nvPr/>
        </p:nvGrpSpPr>
        <p:grpSpPr>
          <a:xfrm rot="10800000">
            <a:off x="11033985" y="-7742572"/>
            <a:ext cx="4962601" cy="16181231"/>
            <a:chOff x="-3170262" y="3452177"/>
            <a:chExt cx="3721951" cy="12135923"/>
          </a:xfrm>
        </p:grpSpPr>
        <p:sp>
          <p:nvSpPr>
            <p:cNvPr id="1081" name="Google Shape;1081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6" name="Google Shape;1106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7" name="Google Shape;1107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3" name="Google Shape;1113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4" name="Google Shape;1114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5" name="Google Shape;1115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8" name="Google Shape;1118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9" name="Google Shape;1119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0" name="Google Shape;1120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1" name="Google Shape;1121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6" name="Google Shape;1126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7" name="Google Shape;1127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2" name="Google Shape;1132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3" name="Google Shape;1133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7" name="Google Shape;1137;p17"/>
          <p:cNvGrpSpPr/>
          <p:nvPr/>
        </p:nvGrpSpPr>
        <p:grpSpPr>
          <a:xfrm>
            <a:off x="-3804615" y="-3508438"/>
            <a:ext cx="4962601" cy="16181231"/>
            <a:chOff x="-3170262" y="3452177"/>
            <a:chExt cx="3721951" cy="12135923"/>
          </a:xfrm>
        </p:grpSpPr>
        <p:sp>
          <p:nvSpPr>
            <p:cNvPr id="1138" name="Google Shape;1138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9" name="Google Shape;1139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0" name="Google Shape;1140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1" name="Google Shape;1141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2" name="Google Shape;1142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3" name="Google Shape;1143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4" name="Google Shape;1144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5" name="Google Shape;1145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9" name="Google Shape;1149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0" name="Google Shape;1150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17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17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17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17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17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17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17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17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17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17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17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17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17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17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17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17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17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17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17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17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17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7" name="Google Shape;1187;p17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8" name="Google Shape;1188;p17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9" name="Google Shape;1189;p17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0" name="Google Shape;1190;p17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1" name="Google Shape;1191;p17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2" name="Google Shape;1192;p17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17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94" name="Google Shape;1194;p17"/>
          <p:cNvSpPr txBox="1">
            <a:spLocks noGrp="1"/>
          </p:cNvSpPr>
          <p:nvPr>
            <p:ph type="title" hasCustomPrompt="1"/>
          </p:nvPr>
        </p:nvSpPr>
        <p:spPr>
          <a:xfrm>
            <a:off x="3224200" y="665633"/>
            <a:ext cx="5743600" cy="10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9pPr>
          </a:lstStyle>
          <a:p>
            <a:r>
              <a:t>xx%</a:t>
            </a:r>
          </a:p>
        </p:txBody>
      </p:sp>
      <p:sp>
        <p:nvSpPr>
          <p:cNvPr id="1195" name="Google Shape;1195;p17"/>
          <p:cNvSpPr txBox="1">
            <a:spLocks noGrp="1"/>
          </p:cNvSpPr>
          <p:nvPr>
            <p:ph type="subTitle" idx="1"/>
          </p:nvPr>
        </p:nvSpPr>
        <p:spPr>
          <a:xfrm>
            <a:off x="3224195" y="1772233"/>
            <a:ext cx="5743600" cy="41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96" name="Google Shape;1196;p17"/>
          <p:cNvSpPr txBox="1">
            <a:spLocks noGrp="1"/>
          </p:cNvSpPr>
          <p:nvPr>
            <p:ph type="title" idx="2" hasCustomPrompt="1"/>
          </p:nvPr>
        </p:nvSpPr>
        <p:spPr>
          <a:xfrm>
            <a:off x="3224200" y="4559067"/>
            <a:ext cx="5743600" cy="10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 sz="7466"/>
            </a:lvl9pPr>
          </a:lstStyle>
          <a:p>
            <a:r>
              <a:t>xx%</a:t>
            </a:r>
          </a:p>
        </p:txBody>
      </p:sp>
      <p:sp>
        <p:nvSpPr>
          <p:cNvPr id="1197" name="Google Shape;1197;p17"/>
          <p:cNvSpPr txBox="1">
            <a:spLocks noGrp="1"/>
          </p:cNvSpPr>
          <p:nvPr>
            <p:ph type="subTitle" idx="3"/>
          </p:nvPr>
        </p:nvSpPr>
        <p:spPr>
          <a:xfrm>
            <a:off x="3224195" y="5665667"/>
            <a:ext cx="5743600" cy="41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98" name="Google Shape;1198;p17"/>
          <p:cNvSpPr txBox="1">
            <a:spLocks noGrp="1"/>
          </p:cNvSpPr>
          <p:nvPr>
            <p:ph type="title" idx="4" hasCustomPrompt="1"/>
          </p:nvPr>
        </p:nvSpPr>
        <p:spPr>
          <a:xfrm>
            <a:off x="3224200" y="2612351"/>
            <a:ext cx="5743600" cy="10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7466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9" name="Google Shape;1199;p17"/>
          <p:cNvSpPr txBox="1">
            <a:spLocks noGrp="1"/>
          </p:cNvSpPr>
          <p:nvPr>
            <p:ph type="subTitle" idx="5"/>
          </p:nvPr>
        </p:nvSpPr>
        <p:spPr>
          <a:xfrm>
            <a:off x="3224195" y="3718951"/>
            <a:ext cx="5743600" cy="41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8861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8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202" name="Google Shape;1202;p18"/>
          <p:cNvGrpSpPr/>
          <p:nvPr/>
        </p:nvGrpSpPr>
        <p:grpSpPr>
          <a:xfrm>
            <a:off x="8312239" y="-15482"/>
            <a:ext cx="6905123" cy="6904604"/>
            <a:chOff x="6234179" y="-11612"/>
            <a:chExt cx="5178842" cy="5178453"/>
          </a:xfrm>
        </p:grpSpPr>
        <p:sp>
          <p:nvSpPr>
            <p:cNvPr id="1203" name="Google Shape;1203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18"/>
            <p:cNvSpPr/>
            <p:nvPr/>
          </p:nvSpPr>
          <p:spPr>
            <a:xfrm rot="8083927">
              <a:off x="700735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18"/>
            <p:cNvSpPr/>
            <p:nvPr/>
          </p:nvSpPr>
          <p:spPr>
            <a:xfrm rot="-5400000">
              <a:off x="8446017" y="223775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7" name="Google Shape;1207;p18"/>
          <p:cNvGrpSpPr/>
          <p:nvPr/>
        </p:nvGrpSpPr>
        <p:grpSpPr>
          <a:xfrm rot="10800000">
            <a:off x="-4075133" y="-9387951"/>
            <a:ext cx="5026084" cy="15144076"/>
            <a:chOff x="-2722250" y="-1079764"/>
            <a:chExt cx="3769563" cy="11358057"/>
          </a:xfrm>
        </p:grpSpPr>
        <p:sp>
          <p:nvSpPr>
            <p:cNvPr id="1208" name="Google Shape;1208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9" name="Google Shape;1209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18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18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18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4" name="Google Shape;1214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18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18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18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18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22" name="Google Shape;1222;p18"/>
          <p:cNvGrpSpPr/>
          <p:nvPr/>
        </p:nvGrpSpPr>
        <p:grpSpPr>
          <a:xfrm>
            <a:off x="-4816763" y="2913902"/>
            <a:ext cx="5451748" cy="5451748"/>
            <a:chOff x="-3640848" y="2185426"/>
            <a:chExt cx="4088811" cy="4088811"/>
          </a:xfrm>
        </p:grpSpPr>
        <p:sp>
          <p:nvSpPr>
            <p:cNvPr id="1223" name="Google Shape;1223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4" name="Google Shape;1224;p18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641929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9"/>
          <p:cNvSpPr txBox="1">
            <a:spLocks noGrp="1"/>
          </p:cNvSpPr>
          <p:nvPr>
            <p:ph type="title"/>
          </p:nvPr>
        </p:nvSpPr>
        <p:spPr>
          <a:xfrm>
            <a:off x="5601849" y="1619600"/>
            <a:ext cx="562960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27" name="Google Shape;1227;p19"/>
          <p:cNvSpPr txBox="1">
            <a:spLocks noGrp="1"/>
          </p:cNvSpPr>
          <p:nvPr>
            <p:ph type="subTitle" idx="1"/>
          </p:nvPr>
        </p:nvSpPr>
        <p:spPr>
          <a:xfrm>
            <a:off x="5601849" y="3786767"/>
            <a:ext cx="5629600" cy="138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228" name="Google Shape;1228;p19"/>
          <p:cNvGrpSpPr/>
          <p:nvPr/>
        </p:nvGrpSpPr>
        <p:grpSpPr>
          <a:xfrm rot="5400000" flipH="1">
            <a:off x="-900900" y="-2563498"/>
            <a:ext cx="5630517" cy="5451748"/>
            <a:chOff x="8129425" y="2555026"/>
            <a:chExt cx="4222888" cy="4088811"/>
          </a:xfrm>
        </p:grpSpPr>
        <p:sp>
          <p:nvSpPr>
            <p:cNvPr id="1229" name="Google Shape;1229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1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1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1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37" name="Google Shape;1237;p19"/>
          <p:cNvGrpSpPr/>
          <p:nvPr/>
        </p:nvGrpSpPr>
        <p:grpSpPr>
          <a:xfrm>
            <a:off x="-293033" y="5132249"/>
            <a:ext cx="5026084" cy="15144076"/>
            <a:chOff x="-2722250" y="-1079764"/>
            <a:chExt cx="3769563" cy="11358057"/>
          </a:xfrm>
        </p:grpSpPr>
        <p:sp>
          <p:nvSpPr>
            <p:cNvPr id="1238" name="Google Shape;123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52" name="Google Shape;1252;p19"/>
          <p:cNvGrpSpPr/>
          <p:nvPr/>
        </p:nvGrpSpPr>
        <p:grpSpPr>
          <a:xfrm rot="10800000">
            <a:off x="-2087399" y="3968200"/>
            <a:ext cx="3339401" cy="6100401"/>
            <a:chOff x="8430775" y="-2181926"/>
            <a:chExt cx="2504551" cy="4575301"/>
          </a:xfrm>
        </p:grpSpPr>
        <p:sp>
          <p:nvSpPr>
            <p:cNvPr id="1253" name="Google Shape;1253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19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57" name="Google Shape;1257;p19"/>
          <p:cNvGrpSpPr/>
          <p:nvPr/>
        </p:nvGrpSpPr>
        <p:grpSpPr>
          <a:xfrm flipH="1">
            <a:off x="-1858599" y="-13626085"/>
            <a:ext cx="5026084" cy="15144076"/>
            <a:chOff x="-2722250" y="-1079764"/>
            <a:chExt cx="3769563" cy="11358057"/>
          </a:xfrm>
        </p:grpSpPr>
        <p:sp>
          <p:nvSpPr>
            <p:cNvPr id="1258" name="Google Shape;1258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1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1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3" name="Google Shape;1263;p1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4" name="Google Shape;1264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5" name="Google Shape;1265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6" name="Google Shape;1266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7" name="Google Shape;1267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8" name="Google Shape;1268;p1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9" name="Google Shape;1269;p1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0" name="Google Shape;1270;p1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1" name="Google Shape;1271;p1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146534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0"/>
          <p:cNvSpPr txBox="1">
            <a:spLocks noGrp="1"/>
          </p:cNvSpPr>
          <p:nvPr>
            <p:ph type="title"/>
          </p:nvPr>
        </p:nvSpPr>
        <p:spPr>
          <a:xfrm>
            <a:off x="1154167" y="1046300"/>
            <a:ext cx="4649600" cy="2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274" name="Google Shape;1274;p20"/>
          <p:cNvGrpSpPr/>
          <p:nvPr/>
        </p:nvGrpSpPr>
        <p:grpSpPr>
          <a:xfrm>
            <a:off x="-1286227" y="-1575484"/>
            <a:ext cx="4028963" cy="4195035"/>
            <a:chOff x="-1081045" y="-1072813"/>
            <a:chExt cx="3021722" cy="3146276"/>
          </a:xfrm>
        </p:grpSpPr>
        <p:sp>
          <p:nvSpPr>
            <p:cNvPr id="1275" name="Google Shape;1275;p20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6" name="Google Shape;1276;p20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9" name="Google Shape;1279;p20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1" name="Google Shape;1281;p20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3" name="Google Shape;1283;p20"/>
          <p:cNvGrpSpPr/>
          <p:nvPr/>
        </p:nvGrpSpPr>
        <p:grpSpPr>
          <a:xfrm>
            <a:off x="-3633681" y="6111970"/>
            <a:ext cx="9169311" cy="404797"/>
            <a:chOff x="-2725261" y="4583977"/>
            <a:chExt cx="6876983" cy="303598"/>
          </a:xfrm>
        </p:grpSpPr>
        <p:sp>
          <p:nvSpPr>
            <p:cNvPr id="1284" name="Google Shape;1284;p20"/>
            <p:cNvSpPr/>
            <p:nvPr/>
          </p:nvSpPr>
          <p:spPr>
            <a:xfrm rot="5400000">
              <a:off x="628467" y="123025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5" name="Google Shape;1285;p20"/>
            <p:cNvSpPr/>
            <p:nvPr/>
          </p:nvSpPr>
          <p:spPr>
            <a:xfrm rot="5400000">
              <a:off x="628467" y="123025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6" name="Google Shape;1286;p20"/>
            <p:cNvSpPr/>
            <p:nvPr/>
          </p:nvSpPr>
          <p:spPr>
            <a:xfrm rot="10800000">
              <a:off x="-901276" y="46194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7" name="Google Shape;1287;p20"/>
            <p:cNvSpPr/>
            <p:nvPr/>
          </p:nvSpPr>
          <p:spPr>
            <a:xfrm rot="10800000">
              <a:off x="-901276" y="46194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8" name="Google Shape;1288;p20"/>
          <p:cNvSpPr txBox="1">
            <a:spLocks noGrp="1"/>
          </p:cNvSpPr>
          <p:nvPr>
            <p:ph type="subTitle" idx="1"/>
          </p:nvPr>
        </p:nvSpPr>
        <p:spPr>
          <a:xfrm>
            <a:off x="1154167" y="4136333"/>
            <a:ext cx="4649600" cy="148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411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1"/>
          <p:cNvSpPr txBox="1">
            <a:spLocks noGrp="1"/>
          </p:cNvSpPr>
          <p:nvPr>
            <p:ph type="title"/>
          </p:nvPr>
        </p:nvSpPr>
        <p:spPr>
          <a:xfrm>
            <a:off x="5212433" y="1777000"/>
            <a:ext cx="51528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291" name="Google Shape;1291;p21"/>
          <p:cNvGrpSpPr/>
          <p:nvPr/>
        </p:nvGrpSpPr>
        <p:grpSpPr>
          <a:xfrm rot="10800000">
            <a:off x="-268658" y="-13905455"/>
            <a:ext cx="5026084" cy="15144076"/>
            <a:chOff x="-2722250" y="-1079764"/>
            <a:chExt cx="3769563" cy="11358057"/>
          </a:xfrm>
        </p:grpSpPr>
        <p:sp>
          <p:nvSpPr>
            <p:cNvPr id="1292" name="Google Shape;1292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3" name="Google Shape;1293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4" name="Google Shape;1294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5" name="Google Shape;1295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6" name="Google Shape;1296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7" name="Google Shape;1297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8" name="Google Shape;1298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9" name="Google Shape;1299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5" name="Google Shape;1305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06" name="Google Shape;1306;p21"/>
          <p:cNvGrpSpPr/>
          <p:nvPr/>
        </p:nvGrpSpPr>
        <p:grpSpPr>
          <a:xfrm>
            <a:off x="-4555048" y="5585242"/>
            <a:ext cx="16102855" cy="4962601"/>
            <a:chOff x="-3343111" y="4188931"/>
            <a:chExt cx="12077141" cy="3721951"/>
          </a:xfrm>
        </p:grpSpPr>
        <p:sp>
          <p:nvSpPr>
            <p:cNvPr id="1307" name="Google Shape;1307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9" name="Google Shape;1339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3" name="Google Shape;1343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4" name="Google Shape;1344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5" name="Google Shape;1345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6" name="Google Shape;1346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7" name="Google Shape;1347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8" name="Google Shape;1348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9" name="Google Shape;1349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0" name="Google Shape;1350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1" name="Google Shape;1351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2" name="Google Shape;1352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3" name="Google Shape;1353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4" name="Google Shape;1354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55" name="Google Shape;1355;p21"/>
          <p:cNvGrpSpPr/>
          <p:nvPr/>
        </p:nvGrpSpPr>
        <p:grpSpPr>
          <a:xfrm>
            <a:off x="9927026" y="719331"/>
            <a:ext cx="1718357" cy="2518237"/>
            <a:chOff x="7504044" y="4265398"/>
            <a:chExt cx="1288768" cy="1888678"/>
          </a:xfrm>
        </p:grpSpPr>
        <p:sp>
          <p:nvSpPr>
            <p:cNvPr id="1356" name="Google Shape;1356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0" name="Google Shape;1360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1" name="Google Shape;1361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2" name="Google Shape;1362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64" name="Google Shape;1364;p21"/>
          <p:cNvGrpSpPr/>
          <p:nvPr/>
        </p:nvGrpSpPr>
        <p:grpSpPr>
          <a:xfrm flipH="1">
            <a:off x="17304" y="2356587"/>
            <a:ext cx="4195035" cy="4028963"/>
            <a:chOff x="851178" y="3217515"/>
            <a:chExt cx="3146276" cy="3021722"/>
          </a:xfrm>
        </p:grpSpPr>
        <p:sp>
          <p:nvSpPr>
            <p:cNvPr id="1365" name="Google Shape;1365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69" name="Google Shape;1369;p21"/>
          <p:cNvGrpSpPr/>
          <p:nvPr/>
        </p:nvGrpSpPr>
        <p:grpSpPr>
          <a:xfrm rot="-5400000">
            <a:off x="-214366" y="876748"/>
            <a:ext cx="1544233" cy="3758819"/>
            <a:chOff x="-444950" y="2746461"/>
            <a:chExt cx="1158175" cy="2819114"/>
          </a:xfrm>
        </p:grpSpPr>
        <p:sp>
          <p:nvSpPr>
            <p:cNvPr id="1370" name="Google Shape;1370;p21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1" name="Google Shape;1371;p21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4" name="Google Shape;1374;p21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78" name="Google Shape;1378;p21"/>
          <p:cNvGrpSpPr/>
          <p:nvPr/>
        </p:nvGrpSpPr>
        <p:grpSpPr>
          <a:xfrm>
            <a:off x="3461768" y="-3113067"/>
            <a:ext cx="3339401" cy="6100401"/>
            <a:chOff x="8430775" y="-2181926"/>
            <a:chExt cx="2504551" cy="4575301"/>
          </a:xfrm>
        </p:grpSpPr>
        <p:sp>
          <p:nvSpPr>
            <p:cNvPr id="1379" name="Google Shape;1379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83" name="Google Shape;1383;p21"/>
          <p:cNvSpPr txBox="1">
            <a:spLocks noGrp="1"/>
          </p:cNvSpPr>
          <p:nvPr>
            <p:ph type="subTitle" idx="1"/>
          </p:nvPr>
        </p:nvSpPr>
        <p:spPr>
          <a:xfrm>
            <a:off x="5543433" y="3097733"/>
            <a:ext cx="4490800" cy="157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0465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22"/>
          <p:cNvGrpSpPr/>
          <p:nvPr/>
        </p:nvGrpSpPr>
        <p:grpSpPr>
          <a:xfrm>
            <a:off x="-2962697" y="-7978405"/>
            <a:ext cx="5026084" cy="14964919"/>
            <a:chOff x="-2316848" y="-5983804"/>
            <a:chExt cx="3769563" cy="11223689"/>
          </a:xfrm>
        </p:grpSpPr>
        <p:sp>
          <p:nvSpPr>
            <p:cNvPr id="1386" name="Google Shape;1386;p22"/>
            <p:cNvSpPr/>
            <p:nvPr/>
          </p:nvSpPr>
          <p:spPr>
            <a:xfrm rot="5400000">
              <a:off x="-6067251" y="-214600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22"/>
            <p:cNvSpPr/>
            <p:nvPr/>
          </p:nvSpPr>
          <p:spPr>
            <a:xfrm rot="5400000">
              <a:off x="-2316848" y="541641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22"/>
            <p:cNvSpPr/>
            <p:nvPr/>
          </p:nvSpPr>
          <p:spPr>
            <a:xfrm rot="5400000">
              <a:off x="-3459352" y="-1662800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22"/>
            <p:cNvSpPr/>
            <p:nvPr/>
          </p:nvSpPr>
          <p:spPr>
            <a:xfrm rot="5400000">
              <a:off x="-6067251" y="-214600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0" name="Google Shape;1390;p22"/>
            <p:cNvSpPr/>
            <p:nvPr/>
          </p:nvSpPr>
          <p:spPr>
            <a:xfrm rot="5400000">
              <a:off x="-2316848" y="541641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22"/>
            <p:cNvSpPr/>
            <p:nvPr/>
          </p:nvSpPr>
          <p:spPr>
            <a:xfrm rot="5400000">
              <a:off x="-3459352" y="-1662800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22"/>
            <p:cNvSpPr/>
            <p:nvPr/>
          </p:nvSpPr>
          <p:spPr>
            <a:xfrm rot="5400000">
              <a:off x="-1123983" y="485592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22"/>
            <p:cNvSpPr/>
            <p:nvPr/>
          </p:nvSpPr>
          <p:spPr>
            <a:xfrm rot="5400000">
              <a:off x="1184556" y="26356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22"/>
            <p:cNvSpPr/>
            <p:nvPr/>
          </p:nvSpPr>
          <p:spPr>
            <a:xfrm rot="5400000">
              <a:off x="40365" y="-4197312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22"/>
            <p:cNvSpPr/>
            <p:nvPr/>
          </p:nvSpPr>
          <p:spPr>
            <a:xfrm rot="5400000">
              <a:off x="40365" y="-4197312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22"/>
            <p:cNvSpPr/>
            <p:nvPr/>
          </p:nvSpPr>
          <p:spPr>
            <a:xfrm rot="5400000">
              <a:off x="1184556" y="26356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22"/>
            <p:cNvSpPr/>
            <p:nvPr/>
          </p:nvSpPr>
          <p:spPr>
            <a:xfrm rot="5400000">
              <a:off x="-1123983" y="485592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398" name="Google Shape;1398;p22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1399" name="Google Shape;1399;p22"/>
          <p:cNvGrpSpPr/>
          <p:nvPr/>
        </p:nvGrpSpPr>
        <p:grpSpPr>
          <a:xfrm rot="10800000" flipH="1">
            <a:off x="11455700" y="-1603781"/>
            <a:ext cx="5630517" cy="5451748"/>
            <a:chOff x="8129425" y="2555026"/>
            <a:chExt cx="4222888" cy="4088811"/>
          </a:xfrm>
        </p:grpSpPr>
        <p:sp>
          <p:nvSpPr>
            <p:cNvPr id="1400" name="Google Shape;1400;p2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2" name="Google Shape;1402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3" name="Google Shape;1403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4" name="Google Shape;1404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5" name="Google Shape;1405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6" name="Google Shape;1406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7" name="Google Shape;1407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408" name="Google Shape;1408;p22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1409" name="Google Shape;1409;p22"/>
          <p:cNvGrpSpPr/>
          <p:nvPr/>
        </p:nvGrpSpPr>
        <p:grpSpPr>
          <a:xfrm>
            <a:off x="10937267" y="2644285"/>
            <a:ext cx="317252" cy="4297983"/>
            <a:chOff x="8202950" y="1983213"/>
            <a:chExt cx="237939" cy="3223487"/>
          </a:xfrm>
        </p:grpSpPr>
        <p:sp>
          <p:nvSpPr>
            <p:cNvPr id="1410" name="Google Shape;1410;p22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411" name="Google Shape;1411;p22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413" name="Google Shape;1413;p22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14" name="Google Shape;1414;p22"/>
          <p:cNvGrpSpPr/>
          <p:nvPr/>
        </p:nvGrpSpPr>
        <p:grpSpPr>
          <a:xfrm>
            <a:off x="10272153" y="-129483"/>
            <a:ext cx="348081" cy="5217688"/>
            <a:chOff x="7704114" y="-97112"/>
            <a:chExt cx="261061" cy="3913266"/>
          </a:xfrm>
        </p:grpSpPr>
        <p:sp>
          <p:nvSpPr>
            <p:cNvPr id="1415" name="Google Shape;1415;p22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416" name="Google Shape;1416;p22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418" name="Google Shape;1418;p22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19" name="Google Shape;1419;p22"/>
          <p:cNvGrpSpPr/>
          <p:nvPr/>
        </p:nvGrpSpPr>
        <p:grpSpPr>
          <a:xfrm rot="-5400000" flipH="1">
            <a:off x="-1300967" y="6005169"/>
            <a:ext cx="5630517" cy="5451748"/>
            <a:chOff x="8129425" y="2555026"/>
            <a:chExt cx="4222888" cy="4088811"/>
          </a:xfrm>
        </p:grpSpPr>
        <p:sp>
          <p:nvSpPr>
            <p:cNvPr id="1420" name="Google Shape;1420;p2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2" name="Google Shape;1422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3" name="Google Shape;1423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4" name="Google Shape;1424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5" name="Google Shape;1425;p2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2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2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28" name="Google Shape;1428;p22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29" name="Google Shape;1429;p22"/>
          <p:cNvSpPr txBox="1">
            <a:spLocks noGrp="1"/>
          </p:cNvSpPr>
          <p:nvPr>
            <p:ph type="body" idx="1"/>
          </p:nvPr>
        </p:nvSpPr>
        <p:spPr>
          <a:xfrm>
            <a:off x="3158200" y="2173233"/>
            <a:ext cx="5493600" cy="29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0717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3"/>
          <p:cNvSpPr txBox="1">
            <a:spLocks noGrp="1"/>
          </p:cNvSpPr>
          <p:nvPr>
            <p:ph type="title"/>
          </p:nvPr>
        </p:nvSpPr>
        <p:spPr>
          <a:xfrm>
            <a:off x="6424100" y="1734351"/>
            <a:ext cx="4215600" cy="15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32" name="Google Shape;1432;p23"/>
          <p:cNvSpPr txBox="1">
            <a:spLocks noGrp="1"/>
          </p:cNvSpPr>
          <p:nvPr>
            <p:ph type="subTitle" idx="1"/>
          </p:nvPr>
        </p:nvSpPr>
        <p:spPr>
          <a:xfrm>
            <a:off x="6424100" y="3397400"/>
            <a:ext cx="4215600" cy="159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433" name="Google Shape;1433;p23"/>
          <p:cNvGrpSpPr/>
          <p:nvPr/>
        </p:nvGrpSpPr>
        <p:grpSpPr>
          <a:xfrm flipH="1">
            <a:off x="11429167" y="-3131469"/>
            <a:ext cx="5026084" cy="15144076"/>
            <a:chOff x="-2722250" y="-1079764"/>
            <a:chExt cx="3769563" cy="11358057"/>
          </a:xfrm>
        </p:grpSpPr>
        <p:sp>
          <p:nvSpPr>
            <p:cNvPr id="1434" name="Google Shape;1434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2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2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9" name="Google Shape;1439;p2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0" name="Google Shape;1440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2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5" name="Google Shape;1445;p2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6" name="Google Shape;1446;p2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2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48" name="Google Shape;1448;p23"/>
          <p:cNvGrpSpPr/>
          <p:nvPr/>
        </p:nvGrpSpPr>
        <p:grpSpPr>
          <a:xfrm rot="5400000">
            <a:off x="-1864293" y="5981902"/>
            <a:ext cx="5630517" cy="5451748"/>
            <a:chOff x="8129425" y="2555026"/>
            <a:chExt cx="4222888" cy="4088811"/>
          </a:xfrm>
        </p:grpSpPr>
        <p:sp>
          <p:nvSpPr>
            <p:cNvPr id="1449" name="Google Shape;1449;p23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1" name="Google Shape;1451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2" name="Google Shape;1452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3" name="Google Shape;1453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4" name="Google Shape;1454;p23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5" name="Google Shape;1455;p23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6" name="Google Shape;1456;p23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57" name="Google Shape;1457;p23"/>
          <p:cNvGrpSpPr/>
          <p:nvPr/>
        </p:nvGrpSpPr>
        <p:grpSpPr>
          <a:xfrm rot="-5400000" flipH="1">
            <a:off x="-1691863" y="-1170318"/>
            <a:ext cx="4028963" cy="4195035"/>
            <a:chOff x="7186293" y="-290625"/>
            <a:chExt cx="3021722" cy="3146276"/>
          </a:xfrm>
        </p:grpSpPr>
        <p:sp>
          <p:nvSpPr>
            <p:cNvPr id="1458" name="Google Shape;1458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9" name="Google Shape;1459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0" name="Google Shape;1460;p2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1" name="Google Shape;1461;p2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51276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4"/>
          <p:cNvSpPr txBox="1">
            <a:spLocks noGrp="1"/>
          </p:cNvSpPr>
          <p:nvPr>
            <p:ph type="title"/>
          </p:nvPr>
        </p:nvSpPr>
        <p:spPr>
          <a:xfrm>
            <a:off x="6424100" y="1734351"/>
            <a:ext cx="4215600" cy="15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64" name="Google Shape;1464;p24"/>
          <p:cNvSpPr txBox="1">
            <a:spLocks noGrp="1"/>
          </p:cNvSpPr>
          <p:nvPr>
            <p:ph type="subTitle" idx="1"/>
          </p:nvPr>
        </p:nvSpPr>
        <p:spPr>
          <a:xfrm>
            <a:off x="6424100" y="3397400"/>
            <a:ext cx="4215600" cy="159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465" name="Google Shape;1465;p24"/>
          <p:cNvGrpSpPr/>
          <p:nvPr/>
        </p:nvGrpSpPr>
        <p:grpSpPr>
          <a:xfrm>
            <a:off x="-4090349" y="-4035397"/>
            <a:ext cx="4962601" cy="16181231"/>
            <a:chOff x="-3170262" y="3452177"/>
            <a:chExt cx="3721951" cy="12135923"/>
          </a:xfrm>
        </p:grpSpPr>
        <p:sp>
          <p:nvSpPr>
            <p:cNvPr id="1466" name="Google Shape;1466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7" name="Google Shape;1467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8" name="Google Shape;1468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9" name="Google Shape;1469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0" name="Google Shape;1470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1" name="Google Shape;1471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2" name="Google Shape;1472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3" name="Google Shape;1473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4" name="Google Shape;1474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5" name="Google Shape;1475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6" name="Google Shape;1476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7" name="Google Shape;1477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8" name="Google Shape;1478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9" name="Google Shape;1479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0" name="Google Shape;1480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1" name="Google Shape;1481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2" name="Google Shape;1482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3" name="Google Shape;1483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4" name="Google Shape;1484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5" name="Google Shape;1485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6" name="Google Shape;1486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7" name="Google Shape;1487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8" name="Google Shape;1488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9" name="Google Shape;1489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0" name="Google Shape;1490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1" name="Google Shape;1491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2" name="Google Shape;1492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3" name="Google Shape;1493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4" name="Google Shape;1494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5" name="Google Shape;1495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6" name="Google Shape;1496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7" name="Google Shape;1497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5" name="Google Shape;1515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6" name="Google Shape;1516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7" name="Google Shape;1517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8" name="Google Shape;1518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9" name="Google Shape;1519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20" name="Google Shape;1520;p24"/>
          <p:cNvGrpSpPr/>
          <p:nvPr/>
        </p:nvGrpSpPr>
        <p:grpSpPr>
          <a:xfrm>
            <a:off x="11429418" y="-3380130"/>
            <a:ext cx="4962601" cy="16181231"/>
            <a:chOff x="-3170262" y="3452177"/>
            <a:chExt cx="3721951" cy="12135923"/>
          </a:xfrm>
        </p:grpSpPr>
        <p:sp>
          <p:nvSpPr>
            <p:cNvPr id="1521" name="Google Shape;1521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2" name="Google Shape;1522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3" name="Google Shape;1523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4" name="Google Shape;1524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6" name="Google Shape;1526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7" name="Google Shape;1527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1" name="Google Shape;1531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2" name="Google Shape;1532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3" name="Google Shape;1533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4" name="Google Shape;1534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5" name="Google Shape;1535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6" name="Google Shape;1536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7" name="Google Shape;1537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8" name="Google Shape;1538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9" name="Google Shape;1539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0" name="Google Shape;1540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1" name="Google Shape;1541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2" name="Google Shape;1542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3" name="Google Shape;1543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4" name="Google Shape;1544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5" name="Google Shape;1545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6" name="Google Shape;1546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2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2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0" name="Google Shape;1550;p2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1" name="Google Shape;1551;p2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2" name="Google Shape;1552;p2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3" name="Google Shape;1553;p2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2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2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6" name="Google Shape;1556;p2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7" name="Google Shape;1557;p2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8" name="Google Shape;1558;p2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9" name="Google Shape;1559;p2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0" name="Google Shape;1560;p2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1" name="Google Shape;1561;p2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2" name="Google Shape;1562;p2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3" name="Google Shape;1563;p2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2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2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6" name="Google Shape;1566;p2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7" name="Google Shape;1567;p2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8" name="Google Shape;1568;p2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9" name="Google Shape;1569;p2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2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2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2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2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2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00429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5"/>
          <p:cNvSpPr txBox="1">
            <a:spLocks noGrp="1"/>
          </p:cNvSpPr>
          <p:nvPr>
            <p:ph type="title"/>
          </p:nvPr>
        </p:nvSpPr>
        <p:spPr>
          <a:xfrm>
            <a:off x="1816533" y="1734351"/>
            <a:ext cx="4215600" cy="15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577" name="Google Shape;1577;p25"/>
          <p:cNvSpPr txBox="1">
            <a:spLocks noGrp="1"/>
          </p:cNvSpPr>
          <p:nvPr>
            <p:ph type="subTitle" idx="1"/>
          </p:nvPr>
        </p:nvSpPr>
        <p:spPr>
          <a:xfrm>
            <a:off x="1816533" y="3397400"/>
            <a:ext cx="4215600" cy="159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267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578" name="Google Shape;1578;p25"/>
          <p:cNvGrpSpPr/>
          <p:nvPr/>
        </p:nvGrpSpPr>
        <p:grpSpPr>
          <a:xfrm rot="5400000">
            <a:off x="1689019" y="6083502"/>
            <a:ext cx="5630517" cy="5451748"/>
            <a:chOff x="8129425" y="2555026"/>
            <a:chExt cx="4222888" cy="4088811"/>
          </a:xfrm>
        </p:grpSpPr>
        <p:sp>
          <p:nvSpPr>
            <p:cNvPr id="1579" name="Google Shape;1579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0" name="Google Shape;1580;p2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1" name="Google Shape;1581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2" name="Google Shape;1582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3" name="Google Shape;1583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4" name="Google Shape;1584;p2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5" name="Google Shape;1585;p2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2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87" name="Google Shape;1587;p25"/>
          <p:cNvGrpSpPr/>
          <p:nvPr/>
        </p:nvGrpSpPr>
        <p:grpSpPr>
          <a:xfrm flipH="1">
            <a:off x="10867152" y="-6532205"/>
            <a:ext cx="4962601" cy="16181231"/>
            <a:chOff x="-3170262" y="3452177"/>
            <a:chExt cx="3721951" cy="12135923"/>
          </a:xfrm>
        </p:grpSpPr>
        <p:sp>
          <p:nvSpPr>
            <p:cNvPr id="1588" name="Google Shape;1588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9" name="Google Shape;1589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0" name="Google Shape;1590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1" name="Google Shape;1591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2" name="Google Shape;1592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3" name="Google Shape;1593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4" name="Google Shape;1594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5" name="Google Shape;1595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6" name="Google Shape;1596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7" name="Google Shape;1597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8" name="Google Shape;1598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9" name="Google Shape;1599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8" name="Google Shape;1608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9" name="Google Shape;1609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0" name="Google Shape;1610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1" name="Google Shape;1611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2" name="Google Shape;1612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3" name="Google Shape;1613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4" name="Google Shape;1614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5" name="Google Shape;1615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6" name="Google Shape;1616;p2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7" name="Google Shape;1617;p2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8" name="Google Shape;1618;p2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9" name="Google Shape;1619;p2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2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2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2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2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4" name="Google Shape;1624;p2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5" name="Google Shape;1625;p2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6" name="Google Shape;1626;p2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7" name="Google Shape;1627;p2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8" name="Google Shape;1628;p2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2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0" name="Google Shape;1630;p2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1" name="Google Shape;1631;p2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2" name="Google Shape;1632;p2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3" name="Google Shape;1633;p2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4" name="Google Shape;1634;p2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5" name="Google Shape;1635;p2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6" name="Google Shape;1636;p2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2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2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2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2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1" name="Google Shape;1641;p2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2" name="Google Shape;1642;p2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2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44" name="Google Shape;1644;p25"/>
          <p:cNvGrpSpPr/>
          <p:nvPr/>
        </p:nvGrpSpPr>
        <p:grpSpPr>
          <a:xfrm flipH="1">
            <a:off x="-4075109" y="-2220135"/>
            <a:ext cx="5026084" cy="15144076"/>
            <a:chOff x="-2722250" y="-1079764"/>
            <a:chExt cx="3769563" cy="11358057"/>
          </a:xfrm>
        </p:grpSpPr>
        <p:sp>
          <p:nvSpPr>
            <p:cNvPr id="1645" name="Google Shape;1645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2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2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2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2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6" name="Google Shape;1656;p2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7" name="Google Shape;1657;p2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8" name="Google Shape;1658;p2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49226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26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661" name="Google Shape;1661;p26"/>
          <p:cNvSpPr txBox="1">
            <a:spLocks noGrp="1"/>
          </p:cNvSpPr>
          <p:nvPr>
            <p:ph type="body" idx="1"/>
          </p:nvPr>
        </p:nvSpPr>
        <p:spPr>
          <a:xfrm>
            <a:off x="950967" y="2406400"/>
            <a:ext cx="5115200" cy="3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62" name="Google Shape;1662;p26"/>
          <p:cNvSpPr txBox="1">
            <a:spLocks noGrp="1"/>
          </p:cNvSpPr>
          <p:nvPr>
            <p:ph type="body" idx="2"/>
          </p:nvPr>
        </p:nvSpPr>
        <p:spPr>
          <a:xfrm>
            <a:off x="6127767" y="2406400"/>
            <a:ext cx="5115200" cy="3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63" name="Google Shape;1663;p26"/>
          <p:cNvSpPr txBox="1">
            <a:spLocks noGrp="1"/>
          </p:cNvSpPr>
          <p:nvPr>
            <p:ph type="subTitle" idx="3"/>
          </p:nvPr>
        </p:nvSpPr>
        <p:spPr>
          <a:xfrm>
            <a:off x="951000" y="1739100"/>
            <a:ext cx="10290000" cy="4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664" name="Google Shape;1664;p26"/>
          <p:cNvGrpSpPr/>
          <p:nvPr/>
        </p:nvGrpSpPr>
        <p:grpSpPr>
          <a:xfrm rot="5400000">
            <a:off x="-1804754" y="-1259536"/>
            <a:ext cx="4028963" cy="4195035"/>
            <a:chOff x="-1064015" y="2306598"/>
            <a:chExt cx="3021722" cy="3146276"/>
          </a:xfrm>
        </p:grpSpPr>
        <p:sp>
          <p:nvSpPr>
            <p:cNvPr id="1665" name="Google Shape;1665;p26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26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26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69" name="Google Shape;1669;p26"/>
          <p:cNvGrpSpPr/>
          <p:nvPr/>
        </p:nvGrpSpPr>
        <p:grpSpPr>
          <a:xfrm rot="10800000">
            <a:off x="10930168" y="-841235"/>
            <a:ext cx="1544233" cy="3758819"/>
            <a:chOff x="-444950" y="2746461"/>
            <a:chExt cx="1158175" cy="2819114"/>
          </a:xfrm>
        </p:grpSpPr>
        <p:sp>
          <p:nvSpPr>
            <p:cNvPr id="1670" name="Google Shape;1670;p2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671" name="Google Shape;1671;p2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2" name="Google Shape;1672;p2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3" name="Google Shape;1673;p2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674" name="Google Shape;1674;p2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5" name="Google Shape;1675;p2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6" name="Google Shape;1676;p2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2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78" name="Google Shape;1678;p26"/>
          <p:cNvGrpSpPr/>
          <p:nvPr/>
        </p:nvGrpSpPr>
        <p:grpSpPr>
          <a:xfrm rot="-5400000" flipH="1">
            <a:off x="7313100" y="6008375"/>
            <a:ext cx="5630517" cy="5451748"/>
            <a:chOff x="8129425" y="2555026"/>
            <a:chExt cx="4222888" cy="4088811"/>
          </a:xfrm>
        </p:grpSpPr>
        <p:sp>
          <p:nvSpPr>
            <p:cNvPr id="1679" name="Google Shape;1679;p26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26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2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2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2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26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26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26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87" name="Google Shape;1687;p26"/>
          <p:cNvGrpSpPr/>
          <p:nvPr/>
        </p:nvGrpSpPr>
        <p:grpSpPr>
          <a:xfrm>
            <a:off x="-3140010" y="6132565"/>
            <a:ext cx="9169311" cy="400384"/>
            <a:chOff x="-2355008" y="4599424"/>
            <a:chExt cx="6876983" cy="300288"/>
          </a:xfrm>
        </p:grpSpPr>
        <p:sp>
          <p:nvSpPr>
            <p:cNvPr id="1688" name="Google Shape;1688;p26"/>
            <p:cNvSpPr/>
            <p:nvPr/>
          </p:nvSpPr>
          <p:spPr>
            <a:xfrm rot="-5400000">
              <a:off x="998719" y="13764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9" name="Google Shape;1689;p26"/>
            <p:cNvSpPr/>
            <p:nvPr/>
          </p:nvSpPr>
          <p:spPr>
            <a:xfrm rot="10800000" flipH="1">
              <a:off x="107470" y="45994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0" name="Google Shape;1690;p26"/>
            <p:cNvSpPr/>
            <p:nvPr/>
          </p:nvSpPr>
          <p:spPr>
            <a:xfrm rot="-5400000">
              <a:off x="998719" y="13764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1" name="Google Shape;1691;p26"/>
            <p:cNvSpPr/>
            <p:nvPr/>
          </p:nvSpPr>
          <p:spPr>
            <a:xfrm rot="10800000" flipH="1">
              <a:off x="107470" y="45994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5195446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27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694" name="Google Shape;1694;p27"/>
          <p:cNvSpPr txBox="1">
            <a:spLocks noGrp="1"/>
          </p:cNvSpPr>
          <p:nvPr>
            <p:ph type="subTitle" idx="1"/>
          </p:nvPr>
        </p:nvSpPr>
        <p:spPr>
          <a:xfrm>
            <a:off x="1154163" y="4287588"/>
            <a:ext cx="3086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95" name="Google Shape;1695;p27"/>
          <p:cNvSpPr txBox="1">
            <a:spLocks noGrp="1"/>
          </p:cNvSpPr>
          <p:nvPr>
            <p:ph type="subTitle" idx="2"/>
          </p:nvPr>
        </p:nvSpPr>
        <p:spPr>
          <a:xfrm>
            <a:off x="1154163" y="3739087"/>
            <a:ext cx="3086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96" name="Google Shape;1696;p27"/>
          <p:cNvSpPr txBox="1">
            <a:spLocks noGrp="1"/>
          </p:cNvSpPr>
          <p:nvPr>
            <p:ph type="subTitle" idx="3"/>
          </p:nvPr>
        </p:nvSpPr>
        <p:spPr>
          <a:xfrm>
            <a:off x="7951829" y="4287588"/>
            <a:ext cx="3086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97" name="Google Shape;1697;p27"/>
          <p:cNvSpPr txBox="1">
            <a:spLocks noGrp="1"/>
          </p:cNvSpPr>
          <p:nvPr>
            <p:ph type="subTitle" idx="4"/>
          </p:nvPr>
        </p:nvSpPr>
        <p:spPr>
          <a:xfrm>
            <a:off x="7951829" y="3739087"/>
            <a:ext cx="3086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98" name="Google Shape;1698;p27"/>
          <p:cNvSpPr txBox="1">
            <a:spLocks noGrp="1"/>
          </p:cNvSpPr>
          <p:nvPr>
            <p:ph type="subTitle" idx="5"/>
          </p:nvPr>
        </p:nvSpPr>
        <p:spPr>
          <a:xfrm>
            <a:off x="4552996" y="4287588"/>
            <a:ext cx="3086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99" name="Google Shape;1699;p27"/>
          <p:cNvSpPr txBox="1">
            <a:spLocks noGrp="1"/>
          </p:cNvSpPr>
          <p:nvPr>
            <p:ph type="subTitle" idx="6"/>
          </p:nvPr>
        </p:nvSpPr>
        <p:spPr>
          <a:xfrm>
            <a:off x="4552996" y="3739087"/>
            <a:ext cx="3086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700" name="Google Shape;1700;p27"/>
          <p:cNvGrpSpPr/>
          <p:nvPr/>
        </p:nvGrpSpPr>
        <p:grpSpPr>
          <a:xfrm flipH="1">
            <a:off x="11350670" y="2913902"/>
            <a:ext cx="5451748" cy="5451748"/>
            <a:chOff x="-3640848" y="2185426"/>
            <a:chExt cx="4088811" cy="4088811"/>
          </a:xfrm>
        </p:grpSpPr>
        <p:sp>
          <p:nvSpPr>
            <p:cNvPr id="1701" name="Google Shape;1701;p27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2" name="Google Shape;1702;p27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03" name="Google Shape;1703;p27"/>
          <p:cNvGrpSpPr/>
          <p:nvPr/>
        </p:nvGrpSpPr>
        <p:grpSpPr>
          <a:xfrm rot="10800000" flipH="1">
            <a:off x="8727985" y="-13905451"/>
            <a:ext cx="5026084" cy="15144076"/>
            <a:chOff x="-2722250" y="-1079764"/>
            <a:chExt cx="3769563" cy="11358057"/>
          </a:xfrm>
        </p:grpSpPr>
        <p:sp>
          <p:nvSpPr>
            <p:cNvPr id="1704" name="Google Shape;1704;p2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5" name="Google Shape;1705;p2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6" name="Google Shape;1706;p2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7" name="Google Shape;1707;p2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8" name="Google Shape;1708;p2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9" name="Google Shape;1709;p2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0" name="Google Shape;1710;p2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1" name="Google Shape;1711;p2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2" name="Google Shape;1712;p2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3" name="Google Shape;1713;p2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4" name="Google Shape;1714;p2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2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2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18" name="Google Shape;1718;p27"/>
          <p:cNvGrpSpPr/>
          <p:nvPr/>
        </p:nvGrpSpPr>
        <p:grpSpPr>
          <a:xfrm rot="-5400000" flipH="1">
            <a:off x="-1300967" y="6221935"/>
            <a:ext cx="5630517" cy="5451748"/>
            <a:chOff x="8129425" y="2555026"/>
            <a:chExt cx="4222888" cy="4088811"/>
          </a:xfrm>
        </p:grpSpPr>
        <p:sp>
          <p:nvSpPr>
            <p:cNvPr id="1719" name="Google Shape;1719;p2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0" name="Google Shape;1720;p2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1" name="Google Shape;1721;p2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2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2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27" name="Google Shape;1727;p27"/>
          <p:cNvGrpSpPr/>
          <p:nvPr/>
        </p:nvGrpSpPr>
        <p:grpSpPr>
          <a:xfrm rot="10800000" flipH="1">
            <a:off x="-1489808" y="-1446130"/>
            <a:ext cx="2643967" cy="2684767"/>
            <a:chOff x="746900" y="-550225"/>
            <a:chExt cx="1982975" cy="2013575"/>
          </a:xfrm>
        </p:grpSpPr>
        <p:sp>
          <p:nvSpPr>
            <p:cNvPr id="1728" name="Google Shape;1728;p27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1729" name="Google Shape;1729;p27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7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7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</p:spTree>
    <p:extLst>
      <p:ext uri="{BB962C8B-B14F-4D97-AF65-F5344CB8AC3E}">
        <p14:creationId xmlns:p14="http://schemas.microsoft.com/office/powerpoint/2010/main" val="1593893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28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34" name="Google Shape;1734;p28"/>
          <p:cNvSpPr txBox="1">
            <a:spLocks noGrp="1"/>
          </p:cNvSpPr>
          <p:nvPr>
            <p:ph type="subTitle" idx="1"/>
          </p:nvPr>
        </p:nvSpPr>
        <p:spPr>
          <a:xfrm>
            <a:off x="1645584" y="4341628"/>
            <a:ext cx="27124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735" name="Google Shape;1735;p28"/>
          <p:cNvSpPr txBox="1">
            <a:spLocks noGrp="1"/>
          </p:cNvSpPr>
          <p:nvPr>
            <p:ph type="subTitle" idx="2"/>
          </p:nvPr>
        </p:nvSpPr>
        <p:spPr>
          <a:xfrm>
            <a:off x="1645584" y="3833300"/>
            <a:ext cx="27124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736" name="Google Shape;1736;p28"/>
          <p:cNvSpPr txBox="1">
            <a:spLocks noGrp="1"/>
          </p:cNvSpPr>
          <p:nvPr>
            <p:ph type="subTitle" idx="3"/>
          </p:nvPr>
        </p:nvSpPr>
        <p:spPr>
          <a:xfrm>
            <a:off x="7833984" y="4341628"/>
            <a:ext cx="27124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737" name="Google Shape;1737;p28"/>
          <p:cNvSpPr txBox="1">
            <a:spLocks noGrp="1"/>
          </p:cNvSpPr>
          <p:nvPr>
            <p:ph type="subTitle" idx="4"/>
          </p:nvPr>
        </p:nvSpPr>
        <p:spPr>
          <a:xfrm>
            <a:off x="7833984" y="3833300"/>
            <a:ext cx="27124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738" name="Google Shape;1738;p28"/>
          <p:cNvSpPr txBox="1">
            <a:spLocks noGrp="1"/>
          </p:cNvSpPr>
          <p:nvPr>
            <p:ph type="subTitle" idx="5"/>
          </p:nvPr>
        </p:nvSpPr>
        <p:spPr>
          <a:xfrm>
            <a:off x="4739784" y="4341628"/>
            <a:ext cx="27124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739" name="Google Shape;1739;p28"/>
          <p:cNvSpPr txBox="1">
            <a:spLocks noGrp="1"/>
          </p:cNvSpPr>
          <p:nvPr>
            <p:ph type="subTitle" idx="6"/>
          </p:nvPr>
        </p:nvSpPr>
        <p:spPr>
          <a:xfrm>
            <a:off x="4739784" y="3833300"/>
            <a:ext cx="27124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740" name="Google Shape;1740;p28"/>
          <p:cNvGrpSpPr/>
          <p:nvPr/>
        </p:nvGrpSpPr>
        <p:grpSpPr>
          <a:xfrm>
            <a:off x="11266085" y="-8211072"/>
            <a:ext cx="4962601" cy="16102855"/>
            <a:chOff x="13964588" y="-8700304"/>
            <a:chExt cx="3721951" cy="12077141"/>
          </a:xfrm>
        </p:grpSpPr>
        <p:sp>
          <p:nvSpPr>
            <p:cNvPr id="1741" name="Google Shape;1741;p28"/>
            <p:cNvSpPr/>
            <p:nvPr/>
          </p:nvSpPr>
          <p:spPr>
            <a:xfrm rot="10800000">
              <a:off x="14099828" y="-8657781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2" name="Google Shape;1742;p28"/>
            <p:cNvSpPr/>
            <p:nvPr/>
          </p:nvSpPr>
          <p:spPr>
            <a:xfrm rot="10800000">
              <a:off x="17552407" y="-4605535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8"/>
            <p:cNvSpPr/>
            <p:nvPr/>
          </p:nvSpPr>
          <p:spPr>
            <a:xfrm rot="10800000">
              <a:off x="17583010" y="-564284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28"/>
            <p:cNvSpPr/>
            <p:nvPr/>
          </p:nvSpPr>
          <p:spPr>
            <a:xfrm rot="10800000">
              <a:off x="17133783" y="-1684415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28"/>
            <p:cNvSpPr/>
            <p:nvPr/>
          </p:nvSpPr>
          <p:spPr>
            <a:xfrm rot="10800000">
              <a:off x="14073899" y="-2448893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28"/>
            <p:cNvSpPr/>
            <p:nvPr/>
          </p:nvSpPr>
          <p:spPr>
            <a:xfrm rot="10800000">
              <a:off x="14073899" y="-2660577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7" name="Google Shape;1747;p28"/>
            <p:cNvSpPr/>
            <p:nvPr/>
          </p:nvSpPr>
          <p:spPr>
            <a:xfrm rot="10800000">
              <a:off x="14073899" y="-287457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8" name="Google Shape;1748;p28"/>
            <p:cNvSpPr/>
            <p:nvPr/>
          </p:nvSpPr>
          <p:spPr>
            <a:xfrm rot="10800000">
              <a:off x="14073899" y="-3086253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9" name="Google Shape;1749;p28"/>
            <p:cNvSpPr/>
            <p:nvPr/>
          </p:nvSpPr>
          <p:spPr>
            <a:xfrm rot="10800000">
              <a:off x="14073899" y="-329793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0" name="Google Shape;1750;p28"/>
            <p:cNvSpPr/>
            <p:nvPr/>
          </p:nvSpPr>
          <p:spPr>
            <a:xfrm rot="10800000">
              <a:off x="17013790" y="-7444292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1" name="Google Shape;1751;p28"/>
            <p:cNvSpPr/>
            <p:nvPr/>
          </p:nvSpPr>
          <p:spPr>
            <a:xfrm rot="10800000">
              <a:off x="17133775" y="1118912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2" name="Google Shape;1752;p28"/>
            <p:cNvSpPr/>
            <p:nvPr/>
          </p:nvSpPr>
          <p:spPr>
            <a:xfrm rot="5400000" flipH="1">
              <a:off x="12940794" y="-689097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3" name="Google Shape;1753;p28"/>
            <p:cNvSpPr/>
            <p:nvPr/>
          </p:nvSpPr>
          <p:spPr>
            <a:xfrm rot="5400000" flipH="1">
              <a:off x="13745938" y="-5065499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4" name="Google Shape;1754;p28"/>
            <p:cNvSpPr/>
            <p:nvPr/>
          </p:nvSpPr>
          <p:spPr>
            <a:xfrm rot="5400000" flipH="1">
              <a:off x="14951387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5" name="Google Shape;1755;p28"/>
            <p:cNvSpPr/>
            <p:nvPr/>
          </p:nvSpPr>
          <p:spPr>
            <a:xfrm rot="5400000" flipH="1">
              <a:off x="14240888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28"/>
            <p:cNvSpPr/>
            <p:nvPr/>
          </p:nvSpPr>
          <p:spPr>
            <a:xfrm rot="5400000" flipH="1">
              <a:off x="14477721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28"/>
            <p:cNvSpPr/>
            <p:nvPr/>
          </p:nvSpPr>
          <p:spPr>
            <a:xfrm rot="5400000" flipH="1">
              <a:off x="14714554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28"/>
            <p:cNvSpPr/>
            <p:nvPr/>
          </p:nvSpPr>
          <p:spPr>
            <a:xfrm rot="5400000" flipH="1">
              <a:off x="17196667" y="-34972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28"/>
            <p:cNvSpPr/>
            <p:nvPr/>
          </p:nvSpPr>
          <p:spPr>
            <a:xfrm rot="5400000" flipH="1">
              <a:off x="14041054" y="-60033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28"/>
            <p:cNvSpPr/>
            <p:nvPr/>
          </p:nvSpPr>
          <p:spPr>
            <a:xfrm rot="5400000" flipH="1">
              <a:off x="14041054" y="58526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28"/>
            <p:cNvSpPr/>
            <p:nvPr/>
          </p:nvSpPr>
          <p:spPr>
            <a:xfrm rot="5400000" flipH="1">
              <a:off x="14041054" y="34814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28"/>
            <p:cNvSpPr/>
            <p:nvPr/>
          </p:nvSpPr>
          <p:spPr>
            <a:xfrm rot="5400000" flipH="1">
              <a:off x="14041054" y="11102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28"/>
            <p:cNvSpPr/>
            <p:nvPr/>
          </p:nvSpPr>
          <p:spPr>
            <a:xfrm rot="5400000" flipH="1">
              <a:off x="14041054" y="-12609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28"/>
            <p:cNvSpPr/>
            <p:nvPr/>
          </p:nvSpPr>
          <p:spPr>
            <a:xfrm rot="5400000" flipH="1">
              <a:off x="14041054" y="-36321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28"/>
            <p:cNvSpPr/>
            <p:nvPr/>
          </p:nvSpPr>
          <p:spPr>
            <a:xfrm rot="10800000">
              <a:off x="14099828" y="-8657781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6" name="Google Shape;1766;p28"/>
            <p:cNvSpPr/>
            <p:nvPr/>
          </p:nvSpPr>
          <p:spPr>
            <a:xfrm rot="10800000">
              <a:off x="17552407" y="-4605535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7" name="Google Shape;1767;p28"/>
            <p:cNvSpPr/>
            <p:nvPr/>
          </p:nvSpPr>
          <p:spPr>
            <a:xfrm rot="10800000">
              <a:off x="17583010" y="-564284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8" name="Google Shape;1768;p28"/>
            <p:cNvSpPr/>
            <p:nvPr/>
          </p:nvSpPr>
          <p:spPr>
            <a:xfrm rot="10800000">
              <a:off x="17133783" y="-1684415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9" name="Google Shape;1769;p28"/>
            <p:cNvSpPr/>
            <p:nvPr/>
          </p:nvSpPr>
          <p:spPr>
            <a:xfrm rot="10800000">
              <a:off x="14073899" y="-2448893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0" name="Google Shape;1770;p28"/>
            <p:cNvSpPr/>
            <p:nvPr/>
          </p:nvSpPr>
          <p:spPr>
            <a:xfrm rot="10800000">
              <a:off x="14073899" y="-2660577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1" name="Google Shape;1771;p28"/>
            <p:cNvSpPr/>
            <p:nvPr/>
          </p:nvSpPr>
          <p:spPr>
            <a:xfrm rot="10800000">
              <a:off x="14073899" y="-287457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2" name="Google Shape;1772;p28"/>
            <p:cNvSpPr/>
            <p:nvPr/>
          </p:nvSpPr>
          <p:spPr>
            <a:xfrm rot="10800000">
              <a:off x="14073899" y="-3086253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3" name="Google Shape;1773;p28"/>
            <p:cNvSpPr/>
            <p:nvPr/>
          </p:nvSpPr>
          <p:spPr>
            <a:xfrm rot="10800000">
              <a:off x="14073899" y="-329793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4" name="Google Shape;1774;p28"/>
            <p:cNvSpPr/>
            <p:nvPr/>
          </p:nvSpPr>
          <p:spPr>
            <a:xfrm rot="10800000">
              <a:off x="17013790" y="-7444292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5" name="Google Shape;1775;p28"/>
            <p:cNvSpPr/>
            <p:nvPr/>
          </p:nvSpPr>
          <p:spPr>
            <a:xfrm rot="10800000">
              <a:off x="17133775" y="1118912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6" name="Google Shape;1776;p28"/>
            <p:cNvSpPr/>
            <p:nvPr/>
          </p:nvSpPr>
          <p:spPr>
            <a:xfrm rot="5400000" flipH="1">
              <a:off x="12940794" y="-689097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7" name="Google Shape;1777;p28"/>
            <p:cNvSpPr/>
            <p:nvPr/>
          </p:nvSpPr>
          <p:spPr>
            <a:xfrm rot="5400000" flipH="1">
              <a:off x="13745938" y="-5065499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8" name="Google Shape;1778;p28"/>
            <p:cNvSpPr/>
            <p:nvPr/>
          </p:nvSpPr>
          <p:spPr>
            <a:xfrm rot="5400000" flipH="1">
              <a:off x="14951387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28"/>
            <p:cNvSpPr/>
            <p:nvPr/>
          </p:nvSpPr>
          <p:spPr>
            <a:xfrm rot="5400000" flipH="1">
              <a:off x="14240888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0" name="Google Shape;1780;p28"/>
            <p:cNvSpPr/>
            <p:nvPr/>
          </p:nvSpPr>
          <p:spPr>
            <a:xfrm rot="5400000" flipH="1">
              <a:off x="14477721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1" name="Google Shape;1781;p28"/>
            <p:cNvSpPr/>
            <p:nvPr/>
          </p:nvSpPr>
          <p:spPr>
            <a:xfrm rot="5400000" flipH="1">
              <a:off x="14714554" y="-870030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2" name="Google Shape;1782;p28"/>
            <p:cNvSpPr/>
            <p:nvPr/>
          </p:nvSpPr>
          <p:spPr>
            <a:xfrm rot="5400000" flipH="1">
              <a:off x="17196667" y="-34972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3" name="Google Shape;1783;p28"/>
            <p:cNvSpPr/>
            <p:nvPr/>
          </p:nvSpPr>
          <p:spPr>
            <a:xfrm rot="5400000" flipH="1">
              <a:off x="14041054" y="-60033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4" name="Google Shape;1784;p28"/>
            <p:cNvSpPr/>
            <p:nvPr/>
          </p:nvSpPr>
          <p:spPr>
            <a:xfrm rot="5400000" flipH="1">
              <a:off x="14041054" y="58526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5" name="Google Shape;1785;p28"/>
            <p:cNvSpPr/>
            <p:nvPr/>
          </p:nvSpPr>
          <p:spPr>
            <a:xfrm rot="5400000" flipH="1">
              <a:off x="14041054" y="34814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6" name="Google Shape;1786;p28"/>
            <p:cNvSpPr/>
            <p:nvPr/>
          </p:nvSpPr>
          <p:spPr>
            <a:xfrm rot="5400000" flipH="1">
              <a:off x="14041054" y="11102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7" name="Google Shape;1787;p28"/>
            <p:cNvSpPr/>
            <p:nvPr/>
          </p:nvSpPr>
          <p:spPr>
            <a:xfrm rot="5400000" flipH="1">
              <a:off x="14041054" y="-12609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8" name="Google Shape;1788;p28"/>
            <p:cNvSpPr/>
            <p:nvPr/>
          </p:nvSpPr>
          <p:spPr>
            <a:xfrm rot="5400000" flipH="1">
              <a:off x="14041054" y="-36321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89" name="Google Shape;1789;p28"/>
          <p:cNvGrpSpPr/>
          <p:nvPr/>
        </p:nvGrpSpPr>
        <p:grpSpPr>
          <a:xfrm>
            <a:off x="7342239" y="6081233"/>
            <a:ext cx="9279260" cy="501964"/>
            <a:chOff x="5506679" y="4560924"/>
            <a:chExt cx="6959445" cy="376473"/>
          </a:xfrm>
        </p:grpSpPr>
        <p:sp>
          <p:nvSpPr>
            <p:cNvPr id="1790" name="Google Shape;1790;p28"/>
            <p:cNvSpPr/>
            <p:nvPr/>
          </p:nvSpPr>
          <p:spPr>
            <a:xfrm rot="-5400000">
              <a:off x="89428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1" name="Google Shape;1791;p28"/>
            <p:cNvSpPr/>
            <p:nvPr/>
          </p:nvSpPr>
          <p:spPr>
            <a:xfrm rot="10800000" flipH="1">
              <a:off x="8051620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2" name="Google Shape;1792;p28"/>
            <p:cNvSpPr/>
            <p:nvPr/>
          </p:nvSpPr>
          <p:spPr>
            <a:xfrm rot="10800000" flipH="1">
              <a:off x="8051620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3" name="Google Shape;1793;p28"/>
            <p:cNvSpPr/>
            <p:nvPr/>
          </p:nvSpPr>
          <p:spPr>
            <a:xfrm rot="-5400000" flipH="1">
              <a:off x="5506679" y="4786797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94" name="Google Shape;1794;p28"/>
          <p:cNvSpPr/>
          <p:nvPr/>
        </p:nvSpPr>
        <p:spPr>
          <a:xfrm>
            <a:off x="-14264" y="540567"/>
            <a:ext cx="1280141" cy="357535"/>
          </a:xfrm>
          <a:custGeom>
            <a:avLst/>
            <a:gdLst/>
            <a:ahLst/>
            <a:cxnLst/>
            <a:rect l="l" t="t" r="r" b="b"/>
            <a:pathLst>
              <a:path w="15520" h="1630" extrusionOk="0">
                <a:moveTo>
                  <a:pt x="0" y="0"/>
                </a:moveTo>
                <a:lnTo>
                  <a:pt x="0" y="1629"/>
                </a:lnTo>
                <a:lnTo>
                  <a:pt x="15519" y="1629"/>
                </a:lnTo>
                <a:lnTo>
                  <a:pt x="155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5" name="Google Shape;1795;p28"/>
          <p:cNvSpPr/>
          <p:nvPr/>
        </p:nvSpPr>
        <p:spPr>
          <a:xfrm>
            <a:off x="-14264" y="540567"/>
            <a:ext cx="1280141" cy="357535"/>
          </a:xfrm>
          <a:custGeom>
            <a:avLst/>
            <a:gdLst/>
            <a:ahLst/>
            <a:cxnLst/>
            <a:rect l="l" t="t" r="r" b="b"/>
            <a:pathLst>
              <a:path w="15520" h="1630" extrusionOk="0">
                <a:moveTo>
                  <a:pt x="0" y="0"/>
                </a:moveTo>
                <a:lnTo>
                  <a:pt x="0" y="1629"/>
                </a:lnTo>
                <a:lnTo>
                  <a:pt x="15519" y="1629"/>
                </a:lnTo>
                <a:lnTo>
                  <a:pt x="155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96" name="Google Shape;1796;p28"/>
          <p:cNvGrpSpPr/>
          <p:nvPr/>
        </p:nvGrpSpPr>
        <p:grpSpPr>
          <a:xfrm>
            <a:off x="693584" y="1291785"/>
            <a:ext cx="156697" cy="959731"/>
            <a:chOff x="824987" y="359239"/>
            <a:chExt cx="117523" cy="719798"/>
          </a:xfrm>
        </p:grpSpPr>
        <p:sp>
          <p:nvSpPr>
            <p:cNvPr id="1797" name="Google Shape;1797;p28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8" name="Google Shape;1798;p28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9" name="Google Shape;1799;p28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0" name="Google Shape;1800;p28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1" name="Google Shape;1801;p28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2" name="Google Shape;1802;p28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3" name="Google Shape;1803;p28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4" name="Google Shape;1804;p28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05" name="Google Shape;1805;p28"/>
          <p:cNvGrpSpPr/>
          <p:nvPr/>
        </p:nvGrpSpPr>
        <p:grpSpPr>
          <a:xfrm>
            <a:off x="-22885238" y="613186"/>
            <a:ext cx="24216831" cy="7427028"/>
            <a:chOff x="-17163929" y="459889"/>
            <a:chExt cx="18162623" cy="5570271"/>
          </a:xfrm>
        </p:grpSpPr>
        <p:sp>
          <p:nvSpPr>
            <p:cNvPr id="1806" name="Google Shape;1806;p28"/>
            <p:cNvSpPr/>
            <p:nvPr/>
          </p:nvSpPr>
          <p:spPr>
            <a:xfrm rot="-5400000" flipH="1">
              <a:off x="-7801323" y="-2908571"/>
              <a:ext cx="5290499" cy="12182095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7" name="Google Shape;1807;p28"/>
            <p:cNvSpPr/>
            <p:nvPr/>
          </p:nvSpPr>
          <p:spPr>
            <a:xfrm rot="-5400000" flipH="1">
              <a:off x="-6731174" y="-940985"/>
              <a:ext cx="173" cy="3203058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8" name="Google Shape;1808;p28"/>
            <p:cNvSpPr/>
            <p:nvPr/>
          </p:nvSpPr>
          <p:spPr>
            <a:xfrm rot="-5400000" flipH="1">
              <a:off x="-3994401" y="197532"/>
              <a:ext cx="173" cy="834423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9" name="Google Shape;1809;p28"/>
            <p:cNvSpPr/>
            <p:nvPr/>
          </p:nvSpPr>
          <p:spPr>
            <a:xfrm rot="-5400000" flipH="1">
              <a:off x="-13607258" y="-2818783"/>
              <a:ext cx="637224" cy="7574620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0" name="Google Shape;1810;p28"/>
            <p:cNvSpPr/>
            <p:nvPr/>
          </p:nvSpPr>
          <p:spPr>
            <a:xfrm rot="-5400000" flipH="1">
              <a:off x="-17524796" y="3625937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1" name="Google Shape;1811;p28"/>
            <p:cNvSpPr/>
            <p:nvPr/>
          </p:nvSpPr>
          <p:spPr>
            <a:xfrm rot="-5400000" flipH="1">
              <a:off x="-8790284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2" name="Google Shape;1812;p28"/>
            <p:cNvSpPr/>
            <p:nvPr/>
          </p:nvSpPr>
          <p:spPr>
            <a:xfrm rot="-5400000" flipH="1">
              <a:off x="-8473478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3" name="Google Shape;1813;p28"/>
            <p:cNvSpPr/>
            <p:nvPr/>
          </p:nvSpPr>
          <p:spPr>
            <a:xfrm rot="-5400000" flipH="1">
              <a:off x="-8153130" y="5433537"/>
              <a:ext cx="366227" cy="499824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4" name="Google Shape;1814;p28"/>
            <p:cNvSpPr/>
            <p:nvPr/>
          </p:nvSpPr>
          <p:spPr>
            <a:xfrm rot="-5400000" flipH="1">
              <a:off x="-7836411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5" name="Google Shape;1815;p28"/>
            <p:cNvSpPr/>
            <p:nvPr/>
          </p:nvSpPr>
          <p:spPr>
            <a:xfrm rot="-5400000" flipH="1">
              <a:off x="-7519606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6" name="Google Shape;1816;p28"/>
            <p:cNvSpPr/>
            <p:nvPr/>
          </p:nvSpPr>
          <p:spPr>
            <a:xfrm rot="-5400000" flipH="1">
              <a:off x="-6153992" y="-3806147"/>
              <a:ext cx="253714" cy="10292027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7" name="Google Shape;1817;p28"/>
            <p:cNvSpPr/>
            <p:nvPr/>
          </p:nvSpPr>
          <p:spPr>
            <a:xfrm rot="-5400000" flipH="1">
              <a:off x="-14935953" y="47964"/>
              <a:ext cx="173" cy="2478209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8" name="Google Shape;1818;p28"/>
            <p:cNvSpPr/>
            <p:nvPr/>
          </p:nvSpPr>
          <p:spPr>
            <a:xfrm>
              <a:off x="-3642674" y="5628846"/>
              <a:ext cx="3465732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9" name="Google Shape;1819;p28"/>
            <p:cNvSpPr/>
            <p:nvPr/>
          </p:nvSpPr>
          <p:spPr>
            <a:xfrm>
              <a:off x="-5171424" y="5627125"/>
              <a:ext cx="1059201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0" name="Google Shape;1820;p28"/>
            <p:cNvSpPr/>
            <p:nvPr/>
          </p:nvSpPr>
          <p:spPr>
            <a:xfrm>
              <a:off x="822808" y="437743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1" name="Google Shape;1821;p28"/>
            <p:cNvSpPr/>
            <p:nvPr/>
          </p:nvSpPr>
          <p:spPr>
            <a:xfrm>
              <a:off x="822808" y="5440765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2" name="Google Shape;1822;p28"/>
            <p:cNvSpPr/>
            <p:nvPr/>
          </p:nvSpPr>
          <p:spPr>
            <a:xfrm>
              <a:off x="822808" y="508632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3" name="Google Shape;1823;p28"/>
            <p:cNvSpPr/>
            <p:nvPr/>
          </p:nvSpPr>
          <p:spPr>
            <a:xfrm>
              <a:off x="822808" y="473187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4" name="Google Shape;1824;p28"/>
            <p:cNvSpPr/>
            <p:nvPr/>
          </p:nvSpPr>
          <p:spPr>
            <a:xfrm>
              <a:off x="-7521298" y="459889"/>
              <a:ext cx="1064982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5" name="Google Shape;1825;p28"/>
            <p:cNvSpPr/>
            <p:nvPr/>
          </p:nvSpPr>
          <p:spPr>
            <a:xfrm>
              <a:off x="-11299605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6" name="Google Shape;1826;p28"/>
            <p:cNvSpPr/>
            <p:nvPr/>
          </p:nvSpPr>
          <p:spPr>
            <a:xfrm>
              <a:off x="-1307397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7" name="Google Shape;1827;p28"/>
            <p:cNvSpPr/>
            <p:nvPr/>
          </p:nvSpPr>
          <p:spPr>
            <a:xfrm>
              <a:off x="-1271910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8" name="Google Shape;1828;p28"/>
            <p:cNvSpPr/>
            <p:nvPr/>
          </p:nvSpPr>
          <p:spPr>
            <a:xfrm>
              <a:off x="-1236422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9" name="Google Shape;1829;p28"/>
            <p:cNvSpPr/>
            <p:nvPr/>
          </p:nvSpPr>
          <p:spPr>
            <a:xfrm>
              <a:off x="-1200935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0" name="Google Shape;1830;p28"/>
            <p:cNvSpPr/>
            <p:nvPr/>
          </p:nvSpPr>
          <p:spPr>
            <a:xfrm>
              <a:off x="-1165447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1" name="Google Shape;1831;p28"/>
            <p:cNvSpPr/>
            <p:nvPr/>
          </p:nvSpPr>
          <p:spPr>
            <a:xfrm>
              <a:off x="-1541104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2" name="Google Shape;1832;p28"/>
            <p:cNvSpPr/>
            <p:nvPr/>
          </p:nvSpPr>
          <p:spPr>
            <a:xfrm>
              <a:off x="-17163929" y="3089125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3" name="Google Shape;1833;p28"/>
            <p:cNvSpPr/>
            <p:nvPr/>
          </p:nvSpPr>
          <p:spPr>
            <a:xfrm>
              <a:off x="-17163929" y="351539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4" name="Google Shape;1834;p28"/>
            <p:cNvSpPr/>
            <p:nvPr/>
          </p:nvSpPr>
          <p:spPr>
            <a:xfrm rot="-5400000" flipH="1">
              <a:off x="-7801323" y="-2908571"/>
              <a:ext cx="5290499" cy="12182095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5" name="Google Shape;1835;p28"/>
            <p:cNvSpPr/>
            <p:nvPr/>
          </p:nvSpPr>
          <p:spPr>
            <a:xfrm rot="-5400000" flipH="1">
              <a:off x="-6731174" y="-940985"/>
              <a:ext cx="173" cy="3203058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6" name="Google Shape;1836;p28"/>
            <p:cNvSpPr/>
            <p:nvPr/>
          </p:nvSpPr>
          <p:spPr>
            <a:xfrm rot="-5400000" flipH="1">
              <a:off x="-3994401" y="197532"/>
              <a:ext cx="173" cy="834423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7" name="Google Shape;1837;p28"/>
            <p:cNvSpPr/>
            <p:nvPr/>
          </p:nvSpPr>
          <p:spPr>
            <a:xfrm rot="-5400000" flipH="1">
              <a:off x="-13607258" y="-2818783"/>
              <a:ext cx="637224" cy="7574620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8" name="Google Shape;1838;p28"/>
            <p:cNvSpPr/>
            <p:nvPr/>
          </p:nvSpPr>
          <p:spPr>
            <a:xfrm rot="-5400000" flipH="1">
              <a:off x="-17524796" y="3625937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9" name="Google Shape;1839;p28"/>
            <p:cNvSpPr/>
            <p:nvPr/>
          </p:nvSpPr>
          <p:spPr>
            <a:xfrm rot="-5400000" flipH="1">
              <a:off x="-8790284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0" name="Google Shape;1840;p28"/>
            <p:cNvSpPr/>
            <p:nvPr/>
          </p:nvSpPr>
          <p:spPr>
            <a:xfrm rot="-5400000" flipH="1">
              <a:off x="-8473478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1" name="Google Shape;1841;p28"/>
            <p:cNvSpPr/>
            <p:nvPr/>
          </p:nvSpPr>
          <p:spPr>
            <a:xfrm rot="-5400000" flipH="1">
              <a:off x="-8153130" y="5433537"/>
              <a:ext cx="366227" cy="499824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2" name="Google Shape;1842;p28"/>
            <p:cNvSpPr/>
            <p:nvPr/>
          </p:nvSpPr>
          <p:spPr>
            <a:xfrm rot="-5400000" flipH="1">
              <a:off x="-7836411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3" name="Google Shape;1843;p28"/>
            <p:cNvSpPr/>
            <p:nvPr/>
          </p:nvSpPr>
          <p:spPr>
            <a:xfrm rot="-5400000" flipH="1">
              <a:off x="-7519606" y="5433450"/>
              <a:ext cx="366227" cy="499997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4" name="Google Shape;1844;p28"/>
            <p:cNvSpPr/>
            <p:nvPr/>
          </p:nvSpPr>
          <p:spPr>
            <a:xfrm rot="-5400000" flipH="1">
              <a:off x="-6153992" y="-3806147"/>
              <a:ext cx="253714" cy="10292027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5" name="Google Shape;1845;p28"/>
            <p:cNvSpPr/>
            <p:nvPr/>
          </p:nvSpPr>
          <p:spPr>
            <a:xfrm rot="-5400000" flipH="1">
              <a:off x="-14935953" y="47964"/>
              <a:ext cx="173" cy="2478209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6" name="Google Shape;1846;p28"/>
            <p:cNvSpPr/>
            <p:nvPr/>
          </p:nvSpPr>
          <p:spPr>
            <a:xfrm>
              <a:off x="-3642674" y="5628846"/>
              <a:ext cx="3465732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7" name="Google Shape;1847;p28"/>
            <p:cNvSpPr/>
            <p:nvPr/>
          </p:nvSpPr>
          <p:spPr>
            <a:xfrm>
              <a:off x="-5171424" y="5627125"/>
              <a:ext cx="1059201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8" name="Google Shape;1848;p28"/>
            <p:cNvSpPr/>
            <p:nvPr/>
          </p:nvSpPr>
          <p:spPr>
            <a:xfrm>
              <a:off x="822808" y="437743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9" name="Google Shape;1849;p28"/>
            <p:cNvSpPr/>
            <p:nvPr/>
          </p:nvSpPr>
          <p:spPr>
            <a:xfrm>
              <a:off x="822808" y="5440765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0" name="Google Shape;1850;p28"/>
            <p:cNvSpPr/>
            <p:nvPr/>
          </p:nvSpPr>
          <p:spPr>
            <a:xfrm>
              <a:off x="822808" y="508632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1" name="Google Shape;1851;p28"/>
            <p:cNvSpPr/>
            <p:nvPr/>
          </p:nvSpPr>
          <p:spPr>
            <a:xfrm>
              <a:off x="822808" y="473187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2" name="Google Shape;1852;p28"/>
            <p:cNvSpPr/>
            <p:nvPr/>
          </p:nvSpPr>
          <p:spPr>
            <a:xfrm>
              <a:off x="-7521298" y="459889"/>
              <a:ext cx="1064982" cy="401314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3" name="Google Shape;1853;p28"/>
            <p:cNvSpPr/>
            <p:nvPr/>
          </p:nvSpPr>
          <p:spPr>
            <a:xfrm>
              <a:off x="-11299605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4" name="Google Shape;1854;p28"/>
            <p:cNvSpPr/>
            <p:nvPr/>
          </p:nvSpPr>
          <p:spPr>
            <a:xfrm>
              <a:off x="-1307397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5" name="Google Shape;1855;p28"/>
            <p:cNvSpPr/>
            <p:nvPr/>
          </p:nvSpPr>
          <p:spPr>
            <a:xfrm>
              <a:off x="-1271910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6" name="Google Shape;1856;p28"/>
            <p:cNvSpPr/>
            <p:nvPr/>
          </p:nvSpPr>
          <p:spPr>
            <a:xfrm>
              <a:off x="-1236422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28"/>
            <p:cNvSpPr/>
            <p:nvPr/>
          </p:nvSpPr>
          <p:spPr>
            <a:xfrm>
              <a:off x="-1200935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28"/>
            <p:cNvSpPr/>
            <p:nvPr/>
          </p:nvSpPr>
          <p:spPr>
            <a:xfrm>
              <a:off x="-11654479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28"/>
            <p:cNvSpPr/>
            <p:nvPr/>
          </p:nvSpPr>
          <p:spPr>
            <a:xfrm>
              <a:off x="-15411044" y="573983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0" name="Google Shape;1860;p28"/>
            <p:cNvSpPr/>
            <p:nvPr/>
          </p:nvSpPr>
          <p:spPr>
            <a:xfrm>
              <a:off x="-17163929" y="3089125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1" name="Google Shape;1861;p28"/>
            <p:cNvSpPr/>
            <p:nvPr/>
          </p:nvSpPr>
          <p:spPr>
            <a:xfrm>
              <a:off x="-17163929" y="351539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28"/>
            <p:cNvSpPr/>
            <p:nvPr/>
          </p:nvSpPr>
          <p:spPr>
            <a:xfrm>
              <a:off x="393150" y="2661163"/>
              <a:ext cx="175901" cy="47820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3" name="Google Shape;1863;p28"/>
            <p:cNvSpPr/>
            <p:nvPr/>
          </p:nvSpPr>
          <p:spPr>
            <a:xfrm>
              <a:off x="393150" y="2661163"/>
              <a:ext cx="175901" cy="47820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80289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29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866" name="Google Shape;1866;p29"/>
          <p:cNvSpPr txBox="1">
            <a:spLocks noGrp="1"/>
          </p:cNvSpPr>
          <p:nvPr>
            <p:ph type="subTitle" idx="1"/>
          </p:nvPr>
        </p:nvSpPr>
        <p:spPr>
          <a:xfrm>
            <a:off x="2843700" y="2602989"/>
            <a:ext cx="28768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67" name="Google Shape;1867;p29"/>
          <p:cNvSpPr txBox="1">
            <a:spLocks noGrp="1"/>
          </p:cNvSpPr>
          <p:nvPr>
            <p:ph type="subTitle" idx="2"/>
          </p:nvPr>
        </p:nvSpPr>
        <p:spPr>
          <a:xfrm>
            <a:off x="2843700" y="2094667"/>
            <a:ext cx="28768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68" name="Google Shape;1868;p29"/>
          <p:cNvSpPr txBox="1">
            <a:spLocks noGrp="1"/>
          </p:cNvSpPr>
          <p:nvPr>
            <p:ph type="subTitle" idx="3"/>
          </p:nvPr>
        </p:nvSpPr>
        <p:spPr>
          <a:xfrm>
            <a:off x="2843700" y="4534723"/>
            <a:ext cx="28768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69" name="Google Shape;1869;p29"/>
          <p:cNvSpPr txBox="1">
            <a:spLocks noGrp="1"/>
          </p:cNvSpPr>
          <p:nvPr>
            <p:ph type="subTitle" idx="4"/>
          </p:nvPr>
        </p:nvSpPr>
        <p:spPr>
          <a:xfrm>
            <a:off x="2843700" y="4026400"/>
            <a:ext cx="28768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70" name="Google Shape;1870;p29"/>
          <p:cNvSpPr txBox="1">
            <a:spLocks noGrp="1"/>
          </p:cNvSpPr>
          <p:nvPr>
            <p:ph type="subTitle" idx="5"/>
          </p:nvPr>
        </p:nvSpPr>
        <p:spPr>
          <a:xfrm>
            <a:off x="7882467" y="2602989"/>
            <a:ext cx="28768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71" name="Google Shape;1871;p29"/>
          <p:cNvSpPr txBox="1">
            <a:spLocks noGrp="1"/>
          </p:cNvSpPr>
          <p:nvPr>
            <p:ph type="subTitle" idx="6"/>
          </p:nvPr>
        </p:nvSpPr>
        <p:spPr>
          <a:xfrm>
            <a:off x="7882467" y="2094667"/>
            <a:ext cx="28768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72" name="Google Shape;1872;p29"/>
          <p:cNvSpPr txBox="1">
            <a:spLocks noGrp="1"/>
          </p:cNvSpPr>
          <p:nvPr>
            <p:ph type="subTitle" idx="7"/>
          </p:nvPr>
        </p:nvSpPr>
        <p:spPr>
          <a:xfrm>
            <a:off x="7882467" y="4534723"/>
            <a:ext cx="28768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73" name="Google Shape;1873;p29"/>
          <p:cNvSpPr txBox="1">
            <a:spLocks noGrp="1"/>
          </p:cNvSpPr>
          <p:nvPr>
            <p:ph type="subTitle" idx="8"/>
          </p:nvPr>
        </p:nvSpPr>
        <p:spPr>
          <a:xfrm>
            <a:off x="7882467" y="4026400"/>
            <a:ext cx="28768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874" name="Google Shape;1874;p29"/>
          <p:cNvGrpSpPr/>
          <p:nvPr/>
        </p:nvGrpSpPr>
        <p:grpSpPr>
          <a:xfrm rot="10800000">
            <a:off x="-1441394" y="3868083"/>
            <a:ext cx="4028963" cy="4195035"/>
            <a:chOff x="-1081045" y="-1072813"/>
            <a:chExt cx="3021722" cy="3146276"/>
          </a:xfrm>
        </p:grpSpPr>
        <p:sp>
          <p:nvSpPr>
            <p:cNvPr id="1875" name="Google Shape;1875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6" name="Google Shape;1876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7" name="Google Shape;1877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8" name="Google Shape;1878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9" name="Google Shape;1879;p29"/>
            <p:cNvSpPr/>
            <p:nvPr/>
          </p:nvSpPr>
          <p:spPr>
            <a:xfrm rot="8083927">
              <a:off x="-160775" y="-609433"/>
              <a:ext cx="881792" cy="881848"/>
            </a:xfrm>
            <a:custGeom>
              <a:avLst/>
              <a:gdLst/>
              <a:ahLst/>
              <a:cxnLst/>
              <a:rect l="l" t="t" r="r" b="b"/>
              <a:pathLst>
                <a:path w="15865" h="15866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227276" y="438150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1" name="Google Shape;1881;p29"/>
            <p:cNvSpPr/>
            <p:nvPr/>
          </p:nvSpPr>
          <p:spPr>
            <a:xfrm rot="8083927">
              <a:off x="-748556" y="-51985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2" name="Google Shape;1882;p29"/>
            <p:cNvSpPr/>
            <p:nvPr/>
          </p:nvSpPr>
          <p:spPr>
            <a:xfrm>
              <a:off x="204813" y="1922863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83" name="Google Shape;1883;p29"/>
          <p:cNvGrpSpPr/>
          <p:nvPr/>
        </p:nvGrpSpPr>
        <p:grpSpPr>
          <a:xfrm rot="10800000">
            <a:off x="10930168" y="-841235"/>
            <a:ext cx="1544233" cy="3758819"/>
            <a:chOff x="-444950" y="2746461"/>
            <a:chExt cx="1158175" cy="2819114"/>
          </a:xfrm>
        </p:grpSpPr>
        <p:sp>
          <p:nvSpPr>
            <p:cNvPr id="1884" name="Google Shape;1884;p29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885" name="Google Shape;1885;p29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29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29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888" name="Google Shape;1888;p29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29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29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92" name="Google Shape;1892;p29"/>
          <p:cNvGrpSpPr/>
          <p:nvPr/>
        </p:nvGrpSpPr>
        <p:grpSpPr>
          <a:xfrm rot="-5400000" flipH="1">
            <a:off x="7544034" y="6221935"/>
            <a:ext cx="5630517" cy="5451748"/>
            <a:chOff x="8129425" y="2555026"/>
            <a:chExt cx="4222888" cy="4088811"/>
          </a:xfrm>
        </p:grpSpPr>
        <p:sp>
          <p:nvSpPr>
            <p:cNvPr id="1893" name="Google Shape;1893;p2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4" name="Google Shape;1894;p2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5" name="Google Shape;1895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6" name="Google Shape;1896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7" name="Google Shape;1897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8" name="Google Shape;1898;p2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9" name="Google Shape;1899;p2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0" name="Google Shape;1900;p2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01" name="Google Shape;1901;p29"/>
          <p:cNvGrpSpPr/>
          <p:nvPr/>
        </p:nvGrpSpPr>
        <p:grpSpPr>
          <a:xfrm>
            <a:off x="-4091349" y="-13263630"/>
            <a:ext cx="5003385" cy="16181231"/>
            <a:chOff x="-3068512" y="-9947723"/>
            <a:chExt cx="3752539" cy="12135923"/>
          </a:xfrm>
        </p:grpSpPr>
        <p:sp>
          <p:nvSpPr>
            <p:cNvPr id="1902" name="Google Shape;1902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3" name="Google Shape;1903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4" name="Google Shape;1904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5" name="Google Shape;1905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6" name="Google Shape;1906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7" name="Google Shape;1907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8" name="Google Shape;1908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9" name="Google Shape;1909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29"/>
            <p:cNvSpPr/>
            <p:nvPr/>
          </p:nvSpPr>
          <p:spPr>
            <a:xfrm rot="5400000">
              <a:off x="-3287162" y="-171475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5" name="Google Shape;1915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6" name="Google Shape;1916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7" name="Google Shape;1917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8" name="Google Shape;1918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9" name="Google Shape;1919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0" name="Google Shape;1920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1" name="Google Shape;1921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2" name="Google Shape;1922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3" name="Google Shape;1923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4" name="Google Shape;1924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5" name="Google Shape;1925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6" name="Google Shape;1926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7" name="Google Shape;1927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8" name="Google Shape;1928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9" name="Google Shape;1929;p29"/>
            <p:cNvSpPr/>
            <p:nvPr/>
          </p:nvSpPr>
          <p:spPr>
            <a:xfrm flipH="1">
              <a:off x="-2933272" y="-5994223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0" name="Google Shape;1930;p29"/>
            <p:cNvSpPr/>
            <p:nvPr/>
          </p:nvSpPr>
          <p:spPr>
            <a:xfrm flipH="1">
              <a:off x="519307" y="-404680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1" name="Google Shape;1931;p29"/>
            <p:cNvSpPr/>
            <p:nvPr/>
          </p:nvSpPr>
          <p:spPr>
            <a:xfrm flipH="1">
              <a:off x="549910" y="-142680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2" name="Google Shape;1932;p29"/>
            <p:cNvSpPr/>
            <p:nvPr/>
          </p:nvSpPr>
          <p:spPr>
            <a:xfrm flipH="1">
              <a:off x="100683" y="-9888941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3" name="Google Shape;1933;p29"/>
            <p:cNvSpPr/>
            <p:nvPr/>
          </p:nvSpPr>
          <p:spPr>
            <a:xfrm flipH="1">
              <a:off x="-2933304" y="-9888941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4" name="Google Shape;1934;p29"/>
            <p:cNvSpPr/>
            <p:nvPr/>
          </p:nvSpPr>
          <p:spPr>
            <a:xfrm flipH="1">
              <a:off x="-2959201" y="-439730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5" name="Google Shape;1935;p29"/>
            <p:cNvSpPr/>
            <p:nvPr/>
          </p:nvSpPr>
          <p:spPr>
            <a:xfrm flipH="1">
              <a:off x="-2959201" y="-418561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6" name="Google Shape;1936;p29"/>
            <p:cNvSpPr/>
            <p:nvPr/>
          </p:nvSpPr>
          <p:spPr>
            <a:xfrm flipH="1">
              <a:off x="-2959201" y="-3971510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7" name="Google Shape;1937;p29"/>
            <p:cNvSpPr/>
            <p:nvPr/>
          </p:nvSpPr>
          <p:spPr>
            <a:xfrm flipH="1">
              <a:off x="-2959201" y="-375994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8" name="Google Shape;1938;p29"/>
            <p:cNvSpPr/>
            <p:nvPr/>
          </p:nvSpPr>
          <p:spPr>
            <a:xfrm flipH="1">
              <a:off x="-2959201" y="-354825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9" name="Google Shape;1939;p29"/>
            <p:cNvSpPr/>
            <p:nvPr/>
          </p:nvSpPr>
          <p:spPr>
            <a:xfrm flipH="1">
              <a:off x="100675" y="-9286920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0" name="Google Shape;1940;p29"/>
            <p:cNvSpPr/>
            <p:nvPr/>
          </p:nvSpPr>
          <p:spPr>
            <a:xfrm rot="5400000">
              <a:off x="-4092306" y="110720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1" name="Google Shape;1941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29"/>
            <p:cNvSpPr/>
            <p:nvPr/>
          </p:nvSpPr>
          <p:spPr>
            <a:xfrm rot="5400000">
              <a:off x="-2081713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29"/>
            <p:cNvSpPr/>
            <p:nvPr/>
          </p:nvSpPr>
          <p:spPr>
            <a:xfrm rot="5400000">
              <a:off x="-2792212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29"/>
            <p:cNvSpPr/>
            <p:nvPr/>
          </p:nvSpPr>
          <p:spPr>
            <a:xfrm rot="5400000">
              <a:off x="-2555379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29"/>
            <p:cNvSpPr/>
            <p:nvPr/>
          </p:nvSpPr>
          <p:spPr>
            <a:xfrm rot="5400000">
              <a:off x="-2318546" y="20706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6" name="Google Shape;1946;p29"/>
            <p:cNvSpPr/>
            <p:nvPr/>
          </p:nvSpPr>
          <p:spPr>
            <a:xfrm rot="5400000">
              <a:off x="163567" y="-3282978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7" name="Google Shape;1947;p29"/>
            <p:cNvSpPr/>
            <p:nvPr/>
          </p:nvSpPr>
          <p:spPr>
            <a:xfrm rot="5400000">
              <a:off x="-2992046" y="-602929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29"/>
            <p:cNvSpPr/>
            <p:nvPr/>
          </p:nvSpPr>
          <p:spPr>
            <a:xfrm rot="5400000">
              <a:off x="-2992046" y="-721489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29"/>
            <p:cNvSpPr/>
            <p:nvPr/>
          </p:nvSpPr>
          <p:spPr>
            <a:xfrm rot="5400000">
              <a:off x="-2992046" y="-697777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29"/>
            <p:cNvSpPr/>
            <p:nvPr/>
          </p:nvSpPr>
          <p:spPr>
            <a:xfrm rot="5400000">
              <a:off x="-2992046" y="-67406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1" name="Google Shape;1951;p29"/>
            <p:cNvSpPr/>
            <p:nvPr/>
          </p:nvSpPr>
          <p:spPr>
            <a:xfrm rot="5400000">
              <a:off x="-2992046" y="-650353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2" name="Google Shape;1952;p29"/>
            <p:cNvSpPr/>
            <p:nvPr/>
          </p:nvSpPr>
          <p:spPr>
            <a:xfrm rot="5400000">
              <a:off x="-2992046" y="-626641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3" name="Google Shape;1953;p29"/>
            <p:cNvSpPr/>
            <p:nvPr/>
          </p:nvSpPr>
          <p:spPr>
            <a:xfrm rot="5400000">
              <a:off x="-2992046" y="-877647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4" name="Google Shape;1954;p29"/>
            <p:cNvSpPr/>
            <p:nvPr/>
          </p:nvSpPr>
          <p:spPr>
            <a:xfrm rot="5400000">
              <a:off x="-1220890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5" name="Google Shape;1955;p29"/>
            <p:cNvSpPr/>
            <p:nvPr/>
          </p:nvSpPr>
          <p:spPr>
            <a:xfrm rot="5400000">
              <a:off x="-1505714" y="-994772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6" name="Google Shape;1956;p29"/>
            <p:cNvSpPr/>
            <p:nvPr/>
          </p:nvSpPr>
          <p:spPr>
            <a:xfrm rot="5400000">
              <a:off x="196075" y="-80106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799312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30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959" name="Google Shape;1959;p30"/>
          <p:cNvGrpSpPr/>
          <p:nvPr/>
        </p:nvGrpSpPr>
        <p:grpSpPr>
          <a:xfrm>
            <a:off x="-4816763" y="4728635"/>
            <a:ext cx="5451748" cy="5451748"/>
            <a:chOff x="-3640848" y="2185426"/>
            <a:chExt cx="4088811" cy="4088811"/>
          </a:xfrm>
        </p:grpSpPr>
        <p:sp>
          <p:nvSpPr>
            <p:cNvPr id="1960" name="Google Shape;1960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30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62" name="Google Shape;1962;p30"/>
          <p:cNvGrpSpPr/>
          <p:nvPr/>
        </p:nvGrpSpPr>
        <p:grpSpPr>
          <a:xfrm>
            <a:off x="-1800769" y="511467"/>
            <a:ext cx="2571693" cy="3768795"/>
            <a:chOff x="-1350577" y="383600"/>
            <a:chExt cx="1928770" cy="2826596"/>
          </a:xfrm>
        </p:grpSpPr>
        <p:sp>
          <p:nvSpPr>
            <p:cNvPr id="1963" name="Google Shape;1963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4" name="Google Shape;1964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7" name="Google Shape;1967;p30"/>
            <p:cNvSpPr/>
            <p:nvPr/>
          </p:nvSpPr>
          <p:spPr>
            <a:xfrm rot="5400000">
              <a:off x="-1711634" y="920412"/>
              <a:ext cx="2650694" cy="1753015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8" name="Google Shape;1968;p30"/>
            <p:cNvSpPr/>
            <p:nvPr/>
          </p:nvSpPr>
          <p:spPr>
            <a:xfrm flipH="1">
              <a:off x="-1350577" y="3034311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9" name="Google Shape;1969;p30"/>
            <p:cNvSpPr/>
            <p:nvPr/>
          </p:nvSpPr>
          <p:spPr>
            <a:xfrm flipH="1">
              <a:off x="402308" y="383600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0" name="Google Shape;1970;p30"/>
            <p:cNvSpPr/>
            <p:nvPr/>
          </p:nvSpPr>
          <p:spPr>
            <a:xfrm flipH="1">
              <a:off x="402308" y="809866"/>
              <a:ext cx="175885" cy="175885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71" name="Google Shape;1971;p30"/>
          <p:cNvSpPr txBox="1">
            <a:spLocks noGrp="1"/>
          </p:cNvSpPr>
          <p:nvPr>
            <p:ph type="subTitle" idx="1"/>
          </p:nvPr>
        </p:nvSpPr>
        <p:spPr>
          <a:xfrm>
            <a:off x="950967" y="4447189"/>
            <a:ext cx="2468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72" name="Google Shape;1972;p30"/>
          <p:cNvSpPr txBox="1">
            <a:spLocks noGrp="1"/>
          </p:cNvSpPr>
          <p:nvPr>
            <p:ph type="subTitle" idx="2"/>
          </p:nvPr>
        </p:nvSpPr>
        <p:spPr>
          <a:xfrm>
            <a:off x="950967" y="3878209"/>
            <a:ext cx="2468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73" name="Google Shape;1973;p30"/>
          <p:cNvSpPr txBox="1">
            <a:spLocks noGrp="1"/>
          </p:cNvSpPr>
          <p:nvPr>
            <p:ph type="subTitle" idx="3"/>
          </p:nvPr>
        </p:nvSpPr>
        <p:spPr>
          <a:xfrm>
            <a:off x="8772967" y="4447189"/>
            <a:ext cx="2468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74" name="Google Shape;1974;p30"/>
          <p:cNvSpPr txBox="1">
            <a:spLocks noGrp="1"/>
          </p:cNvSpPr>
          <p:nvPr>
            <p:ph type="subTitle" idx="4"/>
          </p:nvPr>
        </p:nvSpPr>
        <p:spPr>
          <a:xfrm>
            <a:off x="8772967" y="3878209"/>
            <a:ext cx="2468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1975" name="Google Shape;1975;p30"/>
          <p:cNvGrpSpPr/>
          <p:nvPr/>
        </p:nvGrpSpPr>
        <p:grpSpPr>
          <a:xfrm>
            <a:off x="8390572" y="-6122"/>
            <a:ext cx="6905123" cy="6904604"/>
            <a:chOff x="6292929" y="-4592"/>
            <a:chExt cx="5178842" cy="5178453"/>
          </a:xfrm>
        </p:grpSpPr>
        <p:sp>
          <p:nvSpPr>
            <p:cNvPr id="1976" name="Google Shape;1976;p30"/>
            <p:cNvSpPr/>
            <p:nvPr/>
          </p:nvSpPr>
          <p:spPr>
            <a:xfrm rot="2716073" flipH="1">
              <a:off x="7066103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30"/>
            <p:cNvSpPr/>
            <p:nvPr/>
          </p:nvSpPr>
          <p:spPr>
            <a:xfrm rot="2716073" flipH="1">
              <a:off x="7066103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8" name="Google Shape;1978;p30"/>
            <p:cNvSpPr/>
            <p:nvPr/>
          </p:nvSpPr>
          <p:spPr>
            <a:xfrm rot="5400000" flipH="1">
              <a:off x="8498352" y="4465344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9" name="Google Shape;1979;p30"/>
            <p:cNvSpPr/>
            <p:nvPr/>
          </p:nvSpPr>
          <p:spPr>
            <a:xfrm rot="5400000" flipH="1">
              <a:off x="8498352" y="4465344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80" name="Google Shape;1980;p30"/>
          <p:cNvSpPr txBox="1">
            <a:spLocks noGrp="1"/>
          </p:cNvSpPr>
          <p:nvPr>
            <p:ph type="subTitle" idx="5"/>
          </p:nvPr>
        </p:nvSpPr>
        <p:spPr>
          <a:xfrm>
            <a:off x="6165633" y="4447189"/>
            <a:ext cx="2468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81" name="Google Shape;1981;p30"/>
          <p:cNvSpPr txBox="1">
            <a:spLocks noGrp="1"/>
          </p:cNvSpPr>
          <p:nvPr>
            <p:ph type="subTitle" idx="6"/>
          </p:nvPr>
        </p:nvSpPr>
        <p:spPr>
          <a:xfrm>
            <a:off x="6165633" y="3878209"/>
            <a:ext cx="2468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82" name="Google Shape;1982;p30"/>
          <p:cNvSpPr txBox="1">
            <a:spLocks noGrp="1"/>
          </p:cNvSpPr>
          <p:nvPr>
            <p:ph type="subTitle" idx="7"/>
          </p:nvPr>
        </p:nvSpPr>
        <p:spPr>
          <a:xfrm>
            <a:off x="3558300" y="4447189"/>
            <a:ext cx="24680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983" name="Google Shape;1983;p30"/>
          <p:cNvSpPr txBox="1">
            <a:spLocks noGrp="1"/>
          </p:cNvSpPr>
          <p:nvPr>
            <p:ph type="subTitle" idx="8"/>
          </p:nvPr>
        </p:nvSpPr>
        <p:spPr>
          <a:xfrm>
            <a:off x="3558300" y="3878209"/>
            <a:ext cx="24680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87520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986" name="Google Shape;1986;p31"/>
          <p:cNvGrpSpPr/>
          <p:nvPr/>
        </p:nvGrpSpPr>
        <p:grpSpPr>
          <a:xfrm rot="10800000" flipH="1">
            <a:off x="11040934" y="-1448425"/>
            <a:ext cx="5630517" cy="5451748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4011649" y="-6523822"/>
            <a:ext cx="4962601" cy="16181231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7" name="Google Shape;1997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8" name="Google Shape;1998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9" name="Google Shape;1999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0" name="Google Shape;2000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1" name="Google Shape;2001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2002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2003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2004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5" name="Google Shape;2005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6" name="Google Shape;2006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2007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4" name="Google Shape;2024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5" name="Google Shape;2025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6" name="Google Shape;2026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7" name="Google Shape;2027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2028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2029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0" name="Google Shape;2030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1" name="Google Shape;2031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2" name="Google Shape;2032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3" name="Google Shape;2033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4" name="Google Shape;2034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5" name="Google Shape;2035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4433101" y="6081232"/>
            <a:ext cx="9289199" cy="400384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rot="5400000" flipH="1">
              <a:off x="67684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57" name="Google Shape;2057;p31"/>
          <p:cNvSpPr txBox="1">
            <a:spLocks noGrp="1"/>
          </p:cNvSpPr>
          <p:nvPr>
            <p:ph type="subTitle" idx="1"/>
          </p:nvPr>
        </p:nvSpPr>
        <p:spPr>
          <a:xfrm>
            <a:off x="6236116" y="2474859"/>
            <a:ext cx="31416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58" name="Google Shape;2058;p31"/>
          <p:cNvSpPr txBox="1">
            <a:spLocks noGrp="1"/>
          </p:cNvSpPr>
          <p:nvPr>
            <p:ph type="subTitle" idx="2"/>
          </p:nvPr>
        </p:nvSpPr>
        <p:spPr>
          <a:xfrm>
            <a:off x="6236116" y="1966533"/>
            <a:ext cx="3141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59" name="Google Shape;2059;p31"/>
          <p:cNvSpPr txBox="1">
            <a:spLocks noGrp="1"/>
          </p:cNvSpPr>
          <p:nvPr>
            <p:ph type="subTitle" idx="3"/>
          </p:nvPr>
        </p:nvSpPr>
        <p:spPr>
          <a:xfrm>
            <a:off x="1103367" y="4406592"/>
            <a:ext cx="31416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0" name="Google Shape;2060;p31"/>
          <p:cNvSpPr txBox="1">
            <a:spLocks noGrp="1"/>
          </p:cNvSpPr>
          <p:nvPr>
            <p:ph type="subTitle" idx="4"/>
          </p:nvPr>
        </p:nvSpPr>
        <p:spPr>
          <a:xfrm>
            <a:off x="1103367" y="3898267"/>
            <a:ext cx="3141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1" name="Google Shape;2061;p31"/>
          <p:cNvSpPr txBox="1">
            <a:spLocks noGrp="1"/>
          </p:cNvSpPr>
          <p:nvPr>
            <p:ph type="subTitle" idx="5"/>
          </p:nvPr>
        </p:nvSpPr>
        <p:spPr>
          <a:xfrm>
            <a:off x="7947033" y="4406592"/>
            <a:ext cx="31416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2" name="Google Shape;2062;p31"/>
          <p:cNvSpPr txBox="1">
            <a:spLocks noGrp="1"/>
          </p:cNvSpPr>
          <p:nvPr>
            <p:ph type="subTitle" idx="6"/>
          </p:nvPr>
        </p:nvSpPr>
        <p:spPr>
          <a:xfrm>
            <a:off x="7947033" y="3898267"/>
            <a:ext cx="3141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3" name="Google Shape;2063;p31"/>
          <p:cNvSpPr txBox="1">
            <a:spLocks noGrp="1"/>
          </p:cNvSpPr>
          <p:nvPr>
            <p:ph type="subTitle" idx="7"/>
          </p:nvPr>
        </p:nvSpPr>
        <p:spPr>
          <a:xfrm>
            <a:off x="4525200" y="4406592"/>
            <a:ext cx="31416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4" name="Google Shape;2064;p31"/>
          <p:cNvSpPr txBox="1">
            <a:spLocks noGrp="1"/>
          </p:cNvSpPr>
          <p:nvPr>
            <p:ph type="subTitle" idx="8"/>
          </p:nvPr>
        </p:nvSpPr>
        <p:spPr>
          <a:xfrm>
            <a:off x="4525200" y="3898267"/>
            <a:ext cx="3141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5" name="Google Shape;2065;p31"/>
          <p:cNvSpPr txBox="1">
            <a:spLocks noGrp="1"/>
          </p:cNvSpPr>
          <p:nvPr>
            <p:ph type="subTitle" idx="9"/>
          </p:nvPr>
        </p:nvSpPr>
        <p:spPr>
          <a:xfrm>
            <a:off x="2814284" y="2474859"/>
            <a:ext cx="3141600" cy="104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66" name="Google Shape;2066;p31"/>
          <p:cNvSpPr txBox="1">
            <a:spLocks noGrp="1"/>
          </p:cNvSpPr>
          <p:nvPr>
            <p:ph type="subTitle" idx="13"/>
          </p:nvPr>
        </p:nvSpPr>
        <p:spPr>
          <a:xfrm>
            <a:off x="2814284" y="1966533"/>
            <a:ext cx="3141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76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32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69" name="Google Shape;2069;p32"/>
          <p:cNvSpPr txBox="1">
            <a:spLocks noGrp="1"/>
          </p:cNvSpPr>
          <p:nvPr>
            <p:ph type="subTitle" idx="1"/>
          </p:nvPr>
        </p:nvSpPr>
        <p:spPr>
          <a:xfrm>
            <a:off x="2407833" y="2280600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0" name="Google Shape;2070;p32"/>
          <p:cNvSpPr txBox="1">
            <a:spLocks noGrp="1"/>
          </p:cNvSpPr>
          <p:nvPr>
            <p:ph type="subTitle" idx="2"/>
          </p:nvPr>
        </p:nvSpPr>
        <p:spPr>
          <a:xfrm>
            <a:off x="2407833" y="1772267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1" name="Google Shape;2071;p32"/>
          <p:cNvSpPr txBox="1">
            <a:spLocks noGrp="1"/>
          </p:cNvSpPr>
          <p:nvPr>
            <p:ph type="subTitle" idx="3"/>
          </p:nvPr>
        </p:nvSpPr>
        <p:spPr>
          <a:xfrm>
            <a:off x="2407833" y="5436967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2" name="Google Shape;2072;p32"/>
          <p:cNvSpPr txBox="1">
            <a:spLocks noGrp="1"/>
          </p:cNvSpPr>
          <p:nvPr>
            <p:ph type="subTitle" idx="4"/>
          </p:nvPr>
        </p:nvSpPr>
        <p:spPr>
          <a:xfrm>
            <a:off x="2407833" y="4928633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3" name="Google Shape;2073;p32"/>
          <p:cNvSpPr txBox="1">
            <a:spLocks noGrp="1"/>
          </p:cNvSpPr>
          <p:nvPr>
            <p:ph type="subTitle" idx="5"/>
          </p:nvPr>
        </p:nvSpPr>
        <p:spPr>
          <a:xfrm>
            <a:off x="2407833" y="3858784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4" name="Google Shape;2074;p32"/>
          <p:cNvSpPr txBox="1">
            <a:spLocks noGrp="1"/>
          </p:cNvSpPr>
          <p:nvPr>
            <p:ph type="subTitle" idx="6"/>
          </p:nvPr>
        </p:nvSpPr>
        <p:spPr>
          <a:xfrm>
            <a:off x="2407833" y="3350451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5" name="Google Shape;2075;p32"/>
          <p:cNvSpPr txBox="1">
            <a:spLocks noGrp="1"/>
          </p:cNvSpPr>
          <p:nvPr>
            <p:ph type="subTitle" idx="7"/>
          </p:nvPr>
        </p:nvSpPr>
        <p:spPr>
          <a:xfrm>
            <a:off x="7547667" y="2280600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6" name="Google Shape;2076;p32"/>
          <p:cNvSpPr txBox="1">
            <a:spLocks noGrp="1"/>
          </p:cNvSpPr>
          <p:nvPr>
            <p:ph type="subTitle" idx="8"/>
          </p:nvPr>
        </p:nvSpPr>
        <p:spPr>
          <a:xfrm>
            <a:off x="7547667" y="1772267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7" name="Google Shape;2077;p32"/>
          <p:cNvSpPr txBox="1">
            <a:spLocks noGrp="1"/>
          </p:cNvSpPr>
          <p:nvPr>
            <p:ph type="subTitle" idx="9"/>
          </p:nvPr>
        </p:nvSpPr>
        <p:spPr>
          <a:xfrm>
            <a:off x="7547667" y="5436967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8" name="Google Shape;2078;p32"/>
          <p:cNvSpPr txBox="1">
            <a:spLocks noGrp="1"/>
          </p:cNvSpPr>
          <p:nvPr>
            <p:ph type="subTitle" idx="13"/>
          </p:nvPr>
        </p:nvSpPr>
        <p:spPr>
          <a:xfrm>
            <a:off x="7547667" y="4928633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79" name="Google Shape;2079;p32"/>
          <p:cNvSpPr txBox="1">
            <a:spLocks noGrp="1"/>
          </p:cNvSpPr>
          <p:nvPr>
            <p:ph type="subTitle" idx="14"/>
          </p:nvPr>
        </p:nvSpPr>
        <p:spPr>
          <a:xfrm>
            <a:off x="7547667" y="3858784"/>
            <a:ext cx="3583600" cy="594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80" name="Google Shape;2080;p32"/>
          <p:cNvSpPr txBox="1">
            <a:spLocks noGrp="1"/>
          </p:cNvSpPr>
          <p:nvPr>
            <p:ph type="subTitle" idx="15"/>
          </p:nvPr>
        </p:nvSpPr>
        <p:spPr>
          <a:xfrm>
            <a:off x="7547667" y="3350451"/>
            <a:ext cx="3583600" cy="5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2081" name="Google Shape;2081;p32"/>
          <p:cNvGrpSpPr/>
          <p:nvPr/>
        </p:nvGrpSpPr>
        <p:grpSpPr>
          <a:xfrm rot="10800000">
            <a:off x="9625080" y="-2330536"/>
            <a:ext cx="4028963" cy="4195035"/>
            <a:chOff x="-1064015" y="2306598"/>
            <a:chExt cx="3021722" cy="3146276"/>
          </a:xfrm>
        </p:grpSpPr>
        <p:sp>
          <p:nvSpPr>
            <p:cNvPr id="2082" name="Google Shape;2082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3" name="Google Shape;2083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4" name="Google Shape;2084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5" name="Google Shape;2085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86" name="Google Shape;2086;p32"/>
          <p:cNvGrpSpPr/>
          <p:nvPr/>
        </p:nvGrpSpPr>
        <p:grpSpPr>
          <a:xfrm rot="10800000">
            <a:off x="-88300" y="2733987"/>
            <a:ext cx="824701" cy="7775348"/>
            <a:chOff x="8626375" y="-2137135"/>
            <a:chExt cx="618526" cy="5831511"/>
          </a:xfrm>
        </p:grpSpPr>
        <p:sp>
          <p:nvSpPr>
            <p:cNvPr id="2087" name="Google Shape;2087;p32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8" name="Google Shape;2088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9" name="Google Shape;2089;p32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0" name="Google Shape;2090;p32"/>
            <p:cNvSpPr/>
            <p:nvPr/>
          </p:nvSpPr>
          <p:spPr>
            <a:xfrm rot="-5400000">
              <a:off x="8403006" y="2019204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91" name="Google Shape;2091;p32"/>
          <p:cNvGrpSpPr/>
          <p:nvPr/>
        </p:nvGrpSpPr>
        <p:grpSpPr>
          <a:xfrm>
            <a:off x="11665684" y="719380"/>
            <a:ext cx="156697" cy="692053"/>
            <a:chOff x="9744987" y="2954335"/>
            <a:chExt cx="117523" cy="519040"/>
          </a:xfrm>
        </p:grpSpPr>
        <p:sp>
          <p:nvSpPr>
            <p:cNvPr id="2092" name="Google Shape;2092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3" name="Google Shape;2093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4" name="Google Shape;2094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5" name="Google Shape;2095;p32"/>
            <p:cNvSpPr/>
            <p:nvPr/>
          </p:nvSpPr>
          <p:spPr>
            <a:xfrm rot="-5400000">
              <a:off x="9744987" y="335585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6" name="Google Shape;2096;p32"/>
            <p:cNvSpPr/>
            <p:nvPr/>
          </p:nvSpPr>
          <p:spPr>
            <a:xfrm rot="-5400000">
              <a:off x="9744987" y="3155093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7" name="Google Shape;2097;p32"/>
            <p:cNvSpPr/>
            <p:nvPr/>
          </p:nvSpPr>
          <p:spPr>
            <a:xfrm rot="-5400000">
              <a:off x="9744987" y="295433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98" name="Google Shape;2098;p32"/>
          <p:cNvGrpSpPr/>
          <p:nvPr/>
        </p:nvGrpSpPr>
        <p:grpSpPr>
          <a:xfrm rot="5400000">
            <a:off x="-1804754" y="-1259536"/>
            <a:ext cx="4028963" cy="4195035"/>
            <a:chOff x="-1064015" y="2306598"/>
            <a:chExt cx="3021722" cy="3146276"/>
          </a:xfrm>
        </p:grpSpPr>
        <p:sp>
          <p:nvSpPr>
            <p:cNvPr id="2099" name="Google Shape;2099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0" name="Google Shape;2100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1" name="Google Shape;2101;p32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2" name="Google Shape;2102;p32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03" name="Google Shape;2103;p32"/>
          <p:cNvGrpSpPr/>
          <p:nvPr/>
        </p:nvGrpSpPr>
        <p:grpSpPr>
          <a:xfrm flipH="1">
            <a:off x="6865503" y="6507702"/>
            <a:ext cx="5451748" cy="5451748"/>
            <a:chOff x="-3640848" y="2185426"/>
            <a:chExt cx="4088811" cy="4088811"/>
          </a:xfrm>
        </p:grpSpPr>
        <p:sp>
          <p:nvSpPr>
            <p:cNvPr id="2104" name="Google Shape;2104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5" name="Google Shape;2105;p3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556114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33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108" name="Google Shape;2108;p33"/>
          <p:cNvSpPr txBox="1">
            <a:spLocks noGrp="1"/>
          </p:cNvSpPr>
          <p:nvPr>
            <p:ph type="subTitle" idx="1"/>
          </p:nvPr>
        </p:nvSpPr>
        <p:spPr>
          <a:xfrm>
            <a:off x="1357367" y="2842324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09" name="Google Shape;2109;p33"/>
          <p:cNvSpPr txBox="1">
            <a:spLocks noGrp="1"/>
          </p:cNvSpPr>
          <p:nvPr>
            <p:ph type="subTitle" idx="2"/>
          </p:nvPr>
        </p:nvSpPr>
        <p:spPr>
          <a:xfrm>
            <a:off x="1357367" y="1925591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0" name="Google Shape;2110;p33"/>
          <p:cNvSpPr txBox="1">
            <a:spLocks noGrp="1"/>
          </p:cNvSpPr>
          <p:nvPr>
            <p:ph type="subTitle" idx="3"/>
          </p:nvPr>
        </p:nvSpPr>
        <p:spPr>
          <a:xfrm>
            <a:off x="1357367" y="4800591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1" name="Google Shape;2111;p33"/>
          <p:cNvSpPr txBox="1">
            <a:spLocks noGrp="1"/>
          </p:cNvSpPr>
          <p:nvPr>
            <p:ph type="subTitle" idx="4"/>
          </p:nvPr>
        </p:nvSpPr>
        <p:spPr>
          <a:xfrm>
            <a:off x="1357367" y="3883857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2" name="Google Shape;2112;p33"/>
          <p:cNvSpPr txBox="1">
            <a:spLocks noGrp="1"/>
          </p:cNvSpPr>
          <p:nvPr>
            <p:ph type="subTitle" idx="5"/>
          </p:nvPr>
        </p:nvSpPr>
        <p:spPr>
          <a:xfrm>
            <a:off x="7947467" y="2842324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3" name="Google Shape;2113;p33"/>
          <p:cNvSpPr txBox="1">
            <a:spLocks noGrp="1"/>
          </p:cNvSpPr>
          <p:nvPr>
            <p:ph type="subTitle" idx="6"/>
          </p:nvPr>
        </p:nvSpPr>
        <p:spPr>
          <a:xfrm>
            <a:off x="7947467" y="1925591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4" name="Google Shape;2114;p33"/>
          <p:cNvSpPr txBox="1">
            <a:spLocks noGrp="1"/>
          </p:cNvSpPr>
          <p:nvPr>
            <p:ph type="subTitle" idx="7"/>
          </p:nvPr>
        </p:nvSpPr>
        <p:spPr>
          <a:xfrm>
            <a:off x="7947467" y="4800591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5" name="Google Shape;2115;p33"/>
          <p:cNvSpPr txBox="1">
            <a:spLocks noGrp="1"/>
          </p:cNvSpPr>
          <p:nvPr>
            <p:ph type="subTitle" idx="8"/>
          </p:nvPr>
        </p:nvSpPr>
        <p:spPr>
          <a:xfrm>
            <a:off x="7947467" y="3883857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6" name="Google Shape;2116;p33"/>
          <p:cNvSpPr txBox="1">
            <a:spLocks noGrp="1"/>
          </p:cNvSpPr>
          <p:nvPr>
            <p:ph type="subTitle" idx="9"/>
          </p:nvPr>
        </p:nvSpPr>
        <p:spPr>
          <a:xfrm>
            <a:off x="4652417" y="2842324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7" name="Google Shape;2117;p33"/>
          <p:cNvSpPr txBox="1">
            <a:spLocks noGrp="1"/>
          </p:cNvSpPr>
          <p:nvPr>
            <p:ph type="subTitle" idx="13"/>
          </p:nvPr>
        </p:nvSpPr>
        <p:spPr>
          <a:xfrm>
            <a:off x="4652417" y="1925591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8" name="Google Shape;2118;p33"/>
          <p:cNvSpPr txBox="1">
            <a:spLocks noGrp="1"/>
          </p:cNvSpPr>
          <p:nvPr>
            <p:ph type="subTitle" idx="14"/>
          </p:nvPr>
        </p:nvSpPr>
        <p:spPr>
          <a:xfrm>
            <a:off x="4652417" y="4800591"/>
            <a:ext cx="2887600" cy="637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19" name="Google Shape;2119;p33"/>
          <p:cNvSpPr txBox="1">
            <a:spLocks noGrp="1"/>
          </p:cNvSpPr>
          <p:nvPr>
            <p:ph type="subTitle" idx="15"/>
          </p:nvPr>
        </p:nvSpPr>
        <p:spPr>
          <a:xfrm>
            <a:off x="4652417" y="3883857"/>
            <a:ext cx="2887600" cy="91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/>
              <a:buNone/>
              <a:defRPr sz="2667" b="1">
                <a:latin typeface="Play"/>
                <a:ea typeface="Play"/>
                <a:cs typeface="Play"/>
                <a:sym typeface="Play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2120" name="Google Shape;2120;p33"/>
          <p:cNvGrpSpPr/>
          <p:nvPr/>
        </p:nvGrpSpPr>
        <p:grpSpPr>
          <a:xfrm rot="5400000">
            <a:off x="1554734" y="4109351"/>
            <a:ext cx="317252" cy="4297983"/>
            <a:chOff x="8202950" y="1983213"/>
            <a:chExt cx="237939" cy="3223487"/>
          </a:xfrm>
        </p:grpSpPr>
        <p:sp>
          <p:nvSpPr>
            <p:cNvPr id="2121" name="Google Shape;2121;p33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122" name="Google Shape;2122;p33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33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124" name="Google Shape;2124;p33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25" name="Google Shape;2125;p33"/>
          <p:cNvGrpSpPr/>
          <p:nvPr/>
        </p:nvGrpSpPr>
        <p:grpSpPr>
          <a:xfrm flipH="1">
            <a:off x="11241018" y="-6532205"/>
            <a:ext cx="4962601" cy="16181231"/>
            <a:chOff x="-3170262" y="3452177"/>
            <a:chExt cx="3721951" cy="12135923"/>
          </a:xfrm>
        </p:grpSpPr>
        <p:sp>
          <p:nvSpPr>
            <p:cNvPr id="2126" name="Google Shape;2126;p3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3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3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3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3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1" name="Google Shape;2131;p3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2" name="Google Shape;2132;p3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3" name="Google Shape;2133;p3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4" name="Google Shape;2134;p3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5" name="Google Shape;2135;p3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6" name="Google Shape;2136;p3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7" name="Google Shape;2137;p3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8" name="Google Shape;2138;p3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9" name="Google Shape;2139;p3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0" name="Google Shape;2140;p3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1" name="Google Shape;2141;p3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2" name="Google Shape;2142;p3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3" name="Google Shape;2143;p3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4" name="Google Shape;2144;p3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5" name="Google Shape;2145;p3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6" name="Google Shape;2146;p3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7" name="Google Shape;2147;p3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8" name="Google Shape;2148;p3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9" name="Google Shape;2149;p3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0" name="Google Shape;2150;p3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1" name="Google Shape;2151;p3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2" name="Google Shape;2152;p3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3" name="Google Shape;2153;p3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4" name="Google Shape;2154;p3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5" name="Google Shape;2155;p3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6" name="Google Shape;2156;p3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7" name="Google Shape;2157;p3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8" name="Google Shape;2158;p3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9" name="Google Shape;2159;p3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0" name="Google Shape;2160;p3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3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3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3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3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3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6" name="Google Shape;2166;p3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7" name="Google Shape;2167;p3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3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3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3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3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2" name="Google Shape;2172;p3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3" name="Google Shape;2173;p3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4" name="Google Shape;2174;p3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5" name="Google Shape;2175;p3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6" name="Google Shape;2176;p3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7" name="Google Shape;2177;p3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8" name="Google Shape;2178;p3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9" name="Google Shape;2179;p3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0" name="Google Shape;2180;p3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1" name="Google Shape;2181;p3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82" name="Google Shape;2182;p33"/>
          <p:cNvGrpSpPr/>
          <p:nvPr/>
        </p:nvGrpSpPr>
        <p:grpSpPr>
          <a:xfrm>
            <a:off x="-4091982" y="-4110389"/>
            <a:ext cx="4962601" cy="12537460"/>
            <a:chOff x="-7394687" y="-2183642"/>
            <a:chExt cx="3721951" cy="9403095"/>
          </a:xfrm>
        </p:grpSpPr>
        <p:sp>
          <p:nvSpPr>
            <p:cNvPr id="2183" name="Google Shape;2183;p33"/>
            <p:cNvSpPr/>
            <p:nvPr/>
          </p:nvSpPr>
          <p:spPr>
            <a:xfrm rot="10800000">
              <a:off x="-7259447" y="-2141118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4" name="Google Shape;2184;p33"/>
            <p:cNvSpPr/>
            <p:nvPr/>
          </p:nvSpPr>
          <p:spPr>
            <a:xfrm rot="10800000">
              <a:off x="-3806868" y="1911127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5" name="Google Shape;2185;p33"/>
            <p:cNvSpPr/>
            <p:nvPr/>
          </p:nvSpPr>
          <p:spPr>
            <a:xfrm rot="10800000">
              <a:off x="-3776265" y="873815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6" name="Google Shape;2186;p33"/>
            <p:cNvSpPr/>
            <p:nvPr/>
          </p:nvSpPr>
          <p:spPr>
            <a:xfrm rot="10800000">
              <a:off x="-7285376" y="406776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7" name="Google Shape;2187;p33"/>
            <p:cNvSpPr/>
            <p:nvPr/>
          </p:nvSpPr>
          <p:spPr>
            <a:xfrm rot="10800000">
              <a:off x="-7285376" y="385608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8" name="Google Shape;2188;p33"/>
            <p:cNvSpPr/>
            <p:nvPr/>
          </p:nvSpPr>
          <p:spPr>
            <a:xfrm rot="10800000">
              <a:off x="-7285376" y="3642093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9" name="Google Shape;2189;p33"/>
            <p:cNvSpPr/>
            <p:nvPr/>
          </p:nvSpPr>
          <p:spPr>
            <a:xfrm rot="10800000">
              <a:off x="-7285376" y="3430410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0" name="Google Shape;2190;p33"/>
            <p:cNvSpPr/>
            <p:nvPr/>
          </p:nvSpPr>
          <p:spPr>
            <a:xfrm rot="10800000">
              <a:off x="-7285376" y="321872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1" name="Google Shape;2191;p33"/>
            <p:cNvSpPr/>
            <p:nvPr/>
          </p:nvSpPr>
          <p:spPr>
            <a:xfrm rot="5400000" flipH="1">
              <a:off x="-8418481" y="-374313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2" name="Google Shape;2192;p33"/>
            <p:cNvSpPr/>
            <p:nvPr/>
          </p:nvSpPr>
          <p:spPr>
            <a:xfrm rot="5400000" flipH="1">
              <a:off x="-7613337" y="1451163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3" name="Google Shape;2193;p33"/>
            <p:cNvSpPr/>
            <p:nvPr/>
          </p:nvSpPr>
          <p:spPr>
            <a:xfrm rot="5400000" flipH="1">
              <a:off x="-6407888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4" name="Google Shape;2194;p33"/>
            <p:cNvSpPr/>
            <p:nvPr/>
          </p:nvSpPr>
          <p:spPr>
            <a:xfrm rot="5400000" flipH="1">
              <a:off x="-7118387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5" name="Google Shape;2195;p33"/>
            <p:cNvSpPr/>
            <p:nvPr/>
          </p:nvSpPr>
          <p:spPr>
            <a:xfrm rot="5400000" flipH="1">
              <a:off x="-6881554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6" name="Google Shape;2196;p33"/>
            <p:cNvSpPr/>
            <p:nvPr/>
          </p:nvSpPr>
          <p:spPr>
            <a:xfrm rot="5400000" flipH="1">
              <a:off x="-6644721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7" name="Google Shape;2197;p33"/>
            <p:cNvSpPr/>
            <p:nvPr/>
          </p:nvSpPr>
          <p:spPr>
            <a:xfrm rot="5400000" flipH="1">
              <a:off x="-4162608" y="3019385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8" name="Google Shape;2198;p33"/>
            <p:cNvSpPr/>
            <p:nvPr/>
          </p:nvSpPr>
          <p:spPr>
            <a:xfrm rot="5400000" flipH="1">
              <a:off x="-7318221" y="591632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9" name="Google Shape;2199;p33"/>
            <p:cNvSpPr/>
            <p:nvPr/>
          </p:nvSpPr>
          <p:spPr>
            <a:xfrm rot="5400000" flipH="1">
              <a:off x="-7318221" y="71019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0" name="Google Shape;2200;p33"/>
            <p:cNvSpPr/>
            <p:nvPr/>
          </p:nvSpPr>
          <p:spPr>
            <a:xfrm rot="5400000" flipH="1">
              <a:off x="-7318221" y="686481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1" name="Google Shape;2201;p33"/>
            <p:cNvSpPr/>
            <p:nvPr/>
          </p:nvSpPr>
          <p:spPr>
            <a:xfrm rot="5400000" flipH="1">
              <a:off x="-7318221" y="662768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2" name="Google Shape;2202;p33"/>
            <p:cNvSpPr/>
            <p:nvPr/>
          </p:nvSpPr>
          <p:spPr>
            <a:xfrm rot="5400000" flipH="1">
              <a:off x="-7318221" y="639056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3" name="Google Shape;2203;p33"/>
            <p:cNvSpPr/>
            <p:nvPr/>
          </p:nvSpPr>
          <p:spPr>
            <a:xfrm rot="5400000" flipH="1">
              <a:off x="-7318221" y="615344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4" name="Google Shape;2204;p33"/>
            <p:cNvSpPr/>
            <p:nvPr/>
          </p:nvSpPr>
          <p:spPr>
            <a:xfrm rot="10800000">
              <a:off x="-7259447" y="-2141118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5" name="Google Shape;2205;p33"/>
            <p:cNvSpPr/>
            <p:nvPr/>
          </p:nvSpPr>
          <p:spPr>
            <a:xfrm rot="10800000">
              <a:off x="-3806868" y="1911127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6" name="Google Shape;2206;p33"/>
            <p:cNvSpPr/>
            <p:nvPr/>
          </p:nvSpPr>
          <p:spPr>
            <a:xfrm rot="10800000">
              <a:off x="-3776265" y="873815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7" name="Google Shape;2207;p33"/>
            <p:cNvSpPr/>
            <p:nvPr/>
          </p:nvSpPr>
          <p:spPr>
            <a:xfrm rot="10800000">
              <a:off x="-7285376" y="4067769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8" name="Google Shape;2208;p33"/>
            <p:cNvSpPr/>
            <p:nvPr/>
          </p:nvSpPr>
          <p:spPr>
            <a:xfrm rot="10800000">
              <a:off x="-7285376" y="385608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9" name="Google Shape;2209;p33"/>
            <p:cNvSpPr/>
            <p:nvPr/>
          </p:nvSpPr>
          <p:spPr>
            <a:xfrm rot="10800000">
              <a:off x="-7285376" y="3642093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0" name="Google Shape;2210;p33"/>
            <p:cNvSpPr/>
            <p:nvPr/>
          </p:nvSpPr>
          <p:spPr>
            <a:xfrm rot="10800000">
              <a:off x="-7285376" y="3430410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1" name="Google Shape;2211;p33"/>
            <p:cNvSpPr/>
            <p:nvPr/>
          </p:nvSpPr>
          <p:spPr>
            <a:xfrm rot="10800000">
              <a:off x="-7285376" y="3218726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2" name="Google Shape;2212;p33"/>
            <p:cNvSpPr/>
            <p:nvPr/>
          </p:nvSpPr>
          <p:spPr>
            <a:xfrm rot="5400000" flipH="1">
              <a:off x="-8418481" y="-374313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3" name="Google Shape;2213;p33"/>
            <p:cNvSpPr/>
            <p:nvPr/>
          </p:nvSpPr>
          <p:spPr>
            <a:xfrm rot="5400000" flipH="1">
              <a:off x="-7613337" y="1451163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4" name="Google Shape;2214;p33"/>
            <p:cNvSpPr/>
            <p:nvPr/>
          </p:nvSpPr>
          <p:spPr>
            <a:xfrm rot="5400000" flipH="1">
              <a:off x="-6407888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5" name="Google Shape;2215;p33"/>
            <p:cNvSpPr/>
            <p:nvPr/>
          </p:nvSpPr>
          <p:spPr>
            <a:xfrm rot="5400000" flipH="1">
              <a:off x="-7118387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6" name="Google Shape;2216;p33"/>
            <p:cNvSpPr/>
            <p:nvPr/>
          </p:nvSpPr>
          <p:spPr>
            <a:xfrm rot="5400000" flipH="1">
              <a:off x="-6881554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7" name="Google Shape;2217;p33"/>
            <p:cNvSpPr/>
            <p:nvPr/>
          </p:nvSpPr>
          <p:spPr>
            <a:xfrm rot="5400000" flipH="1">
              <a:off x="-6644721" y="-218364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8" name="Google Shape;2218;p33"/>
            <p:cNvSpPr/>
            <p:nvPr/>
          </p:nvSpPr>
          <p:spPr>
            <a:xfrm rot="5400000" flipH="1">
              <a:off x="-4162608" y="3019385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9" name="Google Shape;2219;p33"/>
            <p:cNvSpPr/>
            <p:nvPr/>
          </p:nvSpPr>
          <p:spPr>
            <a:xfrm rot="5400000" flipH="1">
              <a:off x="-7318221" y="591632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0" name="Google Shape;2220;p33"/>
            <p:cNvSpPr/>
            <p:nvPr/>
          </p:nvSpPr>
          <p:spPr>
            <a:xfrm rot="5400000" flipH="1">
              <a:off x="-7318221" y="71019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1" name="Google Shape;2221;p33"/>
            <p:cNvSpPr/>
            <p:nvPr/>
          </p:nvSpPr>
          <p:spPr>
            <a:xfrm rot="5400000" flipH="1">
              <a:off x="-7318221" y="686481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2" name="Google Shape;2222;p33"/>
            <p:cNvSpPr/>
            <p:nvPr/>
          </p:nvSpPr>
          <p:spPr>
            <a:xfrm rot="5400000" flipH="1">
              <a:off x="-7318221" y="662768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3" name="Google Shape;2223;p33"/>
            <p:cNvSpPr/>
            <p:nvPr/>
          </p:nvSpPr>
          <p:spPr>
            <a:xfrm rot="5400000" flipH="1">
              <a:off x="-7318221" y="639056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4" name="Google Shape;2224;p33"/>
            <p:cNvSpPr/>
            <p:nvPr/>
          </p:nvSpPr>
          <p:spPr>
            <a:xfrm rot="5400000" flipH="1">
              <a:off x="-7318221" y="615344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25" name="Google Shape;2225;p33"/>
          <p:cNvGrpSpPr/>
          <p:nvPr/>
        </p:nvGrpSpPr>
        <p:grpSpPr>
          <a:xfrm>
            <a:off x="5878576" y="6132575"/>
            <a:ext cx="2853649" cy="357552"/>
            <a:chOff x="5768381" y="4599431"/>
            <a:chExt cx="2140237" cy="268164"/>
          </a:xfrm>
        </p:grpSpPr>
        <p:sp>
          <p:nvSpPr>
            <p:cNvPr id="2226" name="Google Shape;2226;p33"/>
            <p:cNvSpPr/>
            <p:nvPr/>
          </p:nvSpPr>
          <p:spPr>
            <a:xfrm rot="-5400000">
              <a:off x="6838442" y="36633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7" name="Google Shape;2227;p33"/>
            <p:cNvSpPr/>
            <p:nvPr/>
          </p:nvSpPr>
          <p:spPr>
            <a:xfrm rot="10800000" flipH="1">
              <a:off x="6482702" y="45994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8" name="Google Shape;2228;p33"/>
            <p:cNvSpPr/>
            <p:nvPr/>
          </p:nvSpPr>
          <p:spPr>
            <a:xfrm rot="-5400000">
              <a:off x="6838442" y="3663402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9" name="Google Shape;2229;p33"/>
            <p:cNvSpPr/>
            <p:nvPr/>
          </p:nvSpPr>
          <p:spPr>
            <a:xfrm rot="10800000" flipH="1">
              <a:off x="6482702" y="4599444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57340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34"/>
          <p:cNvSpPr txBox="1">
            <a:spLocks noGrp="1"/>
          </p:cNvSpPr>
          <p:nvPr>
            <p:ph type="title"/>
          </p:nvPr>
        </p:nvSpPr>
        <p:spPr>
          <a:xfrm>
            <a:off x="3777000" y="828300"/>
            <a:ext cx="46380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232" name="Google Shape;2232;p34"/>
          <p:cNvGrpSpPr/>
          <p:nvPr/>
        </p:nvGrpSpPr>
        <p:grpSpPr>
          <a:xfrm rot="10800000" flipH="1">
            <a:off x="-2596334" y="-2752056"/>
            <a:ext cx="4962601" cy="16181231"/>
            <a:chOff x="-3170262" y="3452177"/>
            <a:chExt cx="3721951" cy="12135923"/>
          </a:xfrm>
        </p:grpSpPr>
        <p:sp>
          <p:nvSpPr>
            <p:cNvPr id="2233" name="Google Shape;2233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4" name="Google Shape;2234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5" name="Google Shape;2235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6" name="Google Shape;2236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7" name="Google Shape;2237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8" name="Google Shape;2238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9" name="Google Shape;2239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0" name="Google Shape;2240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1" name="Google Shape;2241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2" name="Google Shape;2242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3" name="Google Shape;2243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4" name="Google Shape;2244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5" name="Google Shape;2245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6" name="Google Shape;2246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7" name="Google Shape;2247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8" name="Google Shape;2248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9" name="Google Shape;2249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0" name="Google Shape;2250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1" name="Google Shape;2251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2" name="Google Shape;2252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3" name="Google Shape;2253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4" name="Google Shape;2254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5" name="Google Shape;2255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6" name="Google Shape;2256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7" name="Google Shape;2257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8" name="Google Shape;2258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9" name="Google Shape;2259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0" name="Google Shape;2260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1" name="Google Shape;2261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2" name="Google Shape;2262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3" name="Google Shape;2263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4" name="Google Shape;2264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5" name="Google Shape;2265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6" name="Google Shape;2266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7" name="Google Shape;2267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8" name="Google Shape;2268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9" name="Google Shape;2269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0" name="Google Shape;2270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1" name="Google Shape;2271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2" name="Google Shape;2272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3" name="Google Shape;2273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4" name="Google Shape;2274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5" name="Google Shape;2275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6" name="Google Shape;2276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7" name="Google Shape;2277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8" name="Google Shape;2278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9" name="Google Shape;2279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0" name="Google Shape;2280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1" name="Google Shape;2281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2" name="Google Shape;2282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3" name="Google Shape;2283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4" name="Google Shape;2284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5" name="Google Shape;2285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6" name="Google Shape;2286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7" name="Google Shape;2287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8" name="Google Shape;2288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89" name="Google Shape;2289;p34"/>
          <p:cNvGrpSpPr/>
          <p:nvPr/>
        </p:nvGrpSpPr>
        <p:grpSpPr>
          <a:xfrm rot="10800000">
            <a:off x="-3554534" y="-1958056"/>
            <a:ext cx="4962601" cy="16181231"/>
            <a:chOff x="-3170262" y="3452177"/>
            <a:chExt cx="3721951" cy="12135923"/>
          </a:xfrm>
        </p:grpSpPr>
        <p:sp>
          <p:nvSpPr>
            <p:cNvPr id="2290" name="Google Shape;2290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1" name="Google Shape;2291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2" name="Google Shape;2292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3" name="Google Shape;2293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4" name="Google Shape;2294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5" name="Google Shape;2295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6" name="Google Shape;2296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7" name="Google Shape;2297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8" name="Google Shape;2298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9" name="Google Shape;2299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0" name="Google Shape;2300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1" name="Google Shape;2301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2" name="Google Shape;2302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3" name="Google Shape;2303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4" name="Google Shape;2304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5" name="Google Shape;2305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6" name="Google Shape;2306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7" name="Google Shape;2307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8" name="Google Shape;2308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9" name="Google Shape;2309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0" name="Google Shape;2310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1" name="Google Shape;2311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2" name="Google Shape;2312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3" name="Google Shape;2313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4" name="Google Shape;2314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5" name="Google Shape;2315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6" name="Google Shape;2316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7" name="Google Shape;2317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8" name="Google Shape;2318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9" name="Google Shape;2319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0" name="Google Shape;2320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1" name="Google Shape;2321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2" name="Google Shape;2322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3" name="Google Shape;2323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4" name="Google Shape;2324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5" name="Google Shape;2325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6" name="Google Shape;2326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7" name="Google Shape;2327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8" name="Google Shape;2328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9" name="Google Shape;2329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0" name="Google Shape;2330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1" name="Google Shape;2331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2" name="Google Shape;2332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3" name="Google Shape;2333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4" name="Google Shape;2334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5" name="Google Shape;2335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6" name="Google Shape;2336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7" name="Google Shape;2337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8" name="Google Shape;2338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9" name="Google Shape;2339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0" name="Google Shape;2340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1" name="Google Shape;2341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2" name="Google Shape;2342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3" name="Google Shape;2343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4" name="Google Shape;2344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5" name="Google Shape;2345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46" name="Google Shape;2346;p34"/>
          <p:cNvGrpSpPr/>
          <p:nvPr/>
        </p:nvGrpSpPr>
        <p:grpSpPr>
          <a:xfrm flipH="1">
            <a:off x="9825733" y="-6346905"/>
            <a:ext cx="4962601" cy="16181231"/>
            <a:chOff x="-3170262" y="3452177"/>
            <a:chExt cx="3721951" cy="12135923"/>
          </a:xfrm>
        </p:grpSpPr>
        <p:sp>
          <p:nvSpPr>
            <p:cNvPr id="2347" name="Google Shape;2347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8" name="Google Shape;2348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9" name="Google Shape;2349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0" name="Google Shape;2350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1" name="Google Shape;2351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2" name="Google Shape;2352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3" name="Google Shape;2353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4" name="Google Shape;2354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5" name="Google Shape;2355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6" name="Google Shape;2356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7" name="Google Shape;2357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8" name="Google Shape;2358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9" name="Google Shape;2359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0" name="Google Shape;2360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1" name="Google Shape;2361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2" name="Google Shape;2362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3" name="Google Shape;2363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4" name="Google Shape;2364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5" name="Google Shape;2365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6" name="Google Shape;2366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7" name="Google Shape;2367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8" name="Google Shape;2368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9" name="Google Shape;2369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0" name="Google Shape;2370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1" name="Google Shape;2371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2" name="Google Shape;2372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3" name="Google Shape;2373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4" name="Google Shape;2374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5" name="Google Shape;2375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6" name="Google Shape;2376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7" name="Google Shape;2377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8" name="Google Shape;2378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9" name="Google Shape;2379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0" name="Google Shape;2380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1" name="Google Shape;2381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2" name="Google Shape;2382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3" name="Google Shape;2383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4" name="Google Shape;2384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5" name="Google Shape;2385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6" name="Google Shape;2386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7" name="Google Shape;2387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8" name="Google Shape;2388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9" name="Google Shape;2389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0" name="Google Shape;2390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1" name="Google Shape;2391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2" name="Google Shape;2392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3" name="Google Shape;2393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4" name="Google Shape;2394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5" name="Google Shape;2395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6" name="Google Shape;2396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7" name="Google Shape;2397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8" name="Google Shape;2398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9" name="Google Shape;2399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0" name="Google Shape;2400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1" name="Google Shape;2401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2" name="Google Shape;2402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03" name="Google Shape;2403;p34"/>
          <p:cNvGrpSpPr/>
          <p:nvPr/>
        </p:nvGrpSpPr>
        <p:grpSpPr>
          <a:xfrm>
            <a:off x="10783933" y="-7140905"/>
            <a:ext cx="4962601" cy="16181231"/>
            <a:chOff x="-3170262" y="3452177"/>
            <a:chExt cx="3721951" cy="12135923"/>
          </a:xfrm>
        </p:grpSpPr>
        <p:sp>
          <p:nvSpPr>
            <p:cNvPr id="2404" name="Google Shape;2404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5" name="Google Shape;2405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6" name="Google Shape;2406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7" name="Google Shape;2407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8" name="Google Shape;2408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9" name="Google Shape;2409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0" name="Google Shape;2410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1" name="Google Shape;2411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2" name="Google Shape;2412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3" name="Google Shape;2413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4" name="Google Shape;2414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5" name="Google Shape;2415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6" name="Google Shape;2416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7" name="Google Shape;2417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8" name="Google Shape;2418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9" name="Google Shape;2419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0" name="Google Shape;2420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1" name="Google Shape;2421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2" name="Google Shape;2422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3" name="Google Shape;2423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4" name="Google Shape;2424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5" name="Google Shape;2425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6" name="Google Shape;2426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7" name="Google Shape;2427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8" name="Google Shape;2428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9" name="Google Shape;2429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0" name="Google Shape;2430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1" name="Google Shape;2431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2" name="Google Shape;2432;p34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3" name="Google Shape;2433;p34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4" name="Google Shape;2434;p34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5" name="Google Shape;2435;p34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6" name="Google Shape;2436;p34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7" name="Google Shape;2437;p34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8" name="Google Shape;2438;p34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9" name="Google Shape;2439;p34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0" name="Google Shape;2440;p34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1" name="Google Shape;2441;p34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2" name="Google Shape;2442;p34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3" name="Google Shape;2443;p34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4" name="Google Shape;2444;p34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5" name="Google Shape;2445;p34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6" name="Google Shape;2446;p34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7" name="Google Shape;2447;p34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8" name="Google Shape;2448;p34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9" name="Google Shape;2449;p34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0" name="Google Shape;2450;p34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1" name="Google Shape;2451;p34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2" name="Google Shape;2452;p34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3" name="Google Shape;2453;p34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4" name="Google Shape;2454;p34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5" name="Google Shape;2455;p34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6" name="Google Shape;2456;p34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7" name="Google Shape;2457;p34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8" name="Google Shape;2458;p34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9" name="Google Shape;2459;p34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60" name="Google Shape;2460;p34"/>
          <p:cNvSpPr txBox="1"/>
          <p:nvPr/>
        </p:nvSpPr>
        <p:spPr>
          <a:xfrm>
            <a:off x="3777000" y="4642500"/>
            <a:ext cx="4638000" cy="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lang="en" sz="16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61" name="Google Shape;2461;p34"/>
          <p:cNvSpPr txBox="1">
            <a:spLocks noGrp="1"/>
          </p:cNvSpPr>
          <p:nvPr>
            <p:ph type="subTitle" idx="1"/>
          </p:nvPr>
        </p:nvSpPr>
        <p:spPr>
          <a:xfrm>
            <a:off x="3777000" y="3627543"/>
            <a:ext cx="4638000" cy="1170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ource Sans Pro"/>
              <a:buNone/>
              <a:defRPr sz="2133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462" name="Google Shape;2462;p34"/>
          <p:cNvSpPr txBox="1">
            <a:spLocks noGrp="1"/>
          </p:cNvSpPr>
          <p:nvPr>
            <p:ph type="subTitle" idx="2"/>
          </p:nvPr>
        </p:nvSpPr>
        <p:spPr>
          <a:xfrm>
            <a:off x="3777000" y="5636800"/>
            <a:ext cx="4638000" cy="36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None/>
              <a:defRPr sz="16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76059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769633" y="-789233"/>
            <a:ext cx="902000" cy="43208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3710700" y="3406702"/>
            <a:ext cx="5630517" cy="5451748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3982326" y="1209829"/>
            <a:ext cx="5026084" cy="15144076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11455700" y="-1603781"/>
            <a:ext cx="5630517" cy="5451748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651052" y="3493448"/>
            <a:ext cx="200800" cy="200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1099984" y="478985"/>
            <a:ext cx="156697" cy="959731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769633" y="-789233"/>
            <a:ext cx="902000" cy="43208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651052" y="3493448"/>
            <a:ext cx="200800" cy="200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11813400" y="4220000"/>
            <a:ext cx="0" cy="30672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10937267" y="2644285"/>
            <a:ext cx="317252" cy="4297983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10272153" y="-129483"/>
            <a:ext cx="348081" cy="5217688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48695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10643702" y="-725618"/>
            <a:ext cx="357300" cy="2072433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3279482" y="851949"/>
            <a:ext cx="5026084" cy="15144076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593266" y="3661948"/>
            <a:ext cx="1544233" cy="3758819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10824018" y="2253615"/>
            <a:ext cx="5026084" cy="15144076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9102328" y="-10873565"/>
            <a:ext cx="7427029" cy="24216829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10643702" y="-725618"/>
            <a:ext cx="357300" cy="2072433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11123481" y="-1676679"/>
            <a:ext cx="2177020" cy="6002313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10925032" y="13468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10925032" y="1346800"/>
            <a:ext cx="147200" cy="14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730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243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39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582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67"/>
            <a:ext cx="10290000" cy="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  <a:defRPr sz="33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729867"/>
            <a:ext cx="10290000" cy="4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01061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9" name="Google Shape;2629;p37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30" name="Google Shape;2630;p37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23958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Реализация на Binary Search Tree и AVL Tree на C#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b="1" dirty="0" smtClean="0"/>
              <a:t>Лъчезар Делчев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7742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7198" y="1892454"/>
            <a:ext cx="5344623" cy="4700257"/>
          </a:xfrm>
        </p:spPr>
        <p:txBody>
          <a:bodyPr/>
          <a:lstStyle/>
          <a:p>
            <a:r>
              <a:rPr lang="ru-RU" dirty="0"/>
              <a:t>Дървото е йерархична структура от </a:t>
            </a:r>
            <a:r>
              <a:rPr lang="ru-RU" dirty="0" smtClean="0"/>
              <a:t>данни</a:t>
            </a:r>
          </a:p>
          <a:p>
            <a:endParaRPr lang="ru-RU" dirty="0" smtClean="0"/>
          </a:p>
          <a:p>
            <a:r>
              <a:rPr lang="ru-RU" dirty="0" smtClean="0"/>
              <a:t>Състои </a:t>
            </a:r>
            <a:r>
              <a:rPr lang="ru-RU" dirty="0"/>
              <a:t>се от възли (nodes) и връзки между </a:t>
            </a:r>
            <a:r>
              <a:rPr lang="ru-RU" dirty="0" smtClean="0"/>
              <a:t>тях</a:t>
            </a:r>
          </a:p>
          <a:p>
            <a:endParaRPr lang="ru-RU" dirty="0" smtClean="0"/>
          </a:p>
          <a:p>
            <a:r>
              <a:rPr lang="ru-RU" dirty="0" smtClean="0"/>
              <a:t>Всеки </a:t>
            </a:r>
            <a:r>
              <a:rPr lang="ru-RU" dirty="0"/>
              <a:t>възел може да има ляво и дясно </a:t>
            </a:r>
            <a:r>
              <a:rPr lang="ru-RU" dirty="0" smtClean="0"/>
              <a:t>дете</a:t>
            </a:r>
          </a:p>
          <a:p>
            <a:endParaRPr lang="ru-RU" dirty="0" smtClean="0"/>
          </a:p>
          <a:p>
            <a:r>
              <a:rPr lang="ru-RU" dirty="0" smtClean="0"/>
              <a:t>Използва </a:t>
            </a:r>
            <a:r>
              <a:rPr lang="ru-RU" dirty="0"/>
              <a:t>се </a:t>
            </a:r>
            <a:r>
              <a:rPr lang="ru-RU" dirty="0" smtClean="0"/>
              <a:t>за:</a:t>
            </a:r>
          </a:p>
          <a:p>
            <a:r>
              <a:rPr lang="ru-RU" dirty="0"/>
              <a:t>Т</a:t>
            </a:r>
            <a:r>
              <a:rPr lang="ru-RU" dirty="0" smtClean="0"/>
              <a:t>ърсене</a:t>
            </a:r>
          </a:p>
          <a:p>
            <a:r>
              <a:rPr lang="ru-RU" dirty="0" smtClean="0"/>
              <a:t>Сортиране</a:t>
            </a:r>
          </a:p>
          <a:p>
            <a:r>
              <a:rPr lang="ru-RU" dirty="0" smtClean="0"/>
              <a:t>организация </a:t>
            </a:r>
            <a:r>
              <a:rPr lang="ru-RU" dirty="0"/>
              <a:t>на данни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513422" y="469095"/>
            <a:ext cx="7375644" cy="1100059"/>
          </a:xfrm>
        </p:spPr>
        <p:txBody>
          <a:bodyPr/>
          <a:lstStyle/>
          <a:p>
            <a:r>
              <a:rPr lang="bg-BG" dirty="0"/>
              <a:t>Какво е дърво?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09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28554" y="2242344"/>
            <a:ext cx="6989823" cy="3526278"/>
          </a:xfrm>
        </p:spPr>
        <p:txBody>
          <a:bodyPr/>
          <a:lstStyle/>
          <a:p>
            <a:r>
              <a:rPr lang="ru-RU" dirty="0"/>
              <a:t>Двоично наредено дърво (BST</a:t>
            </a:r>
            <a:r>
              <a:rPr lang="ru-RU" dirty="0" smtClean="0"/>
              <a:t>):</a:t>
            </a:r>
          </a:p>
          <a:p>
            <a:r>
              <a:rPr lang="ru-RU" dirty="0" smtClean="0"/>
              <a:t>За </a:t>
            </a:r>
            <a:r>
              <a:rPr lang="ru-RU" dirty="0"/>
              <a:t>всеки възел</a:t>
            </a:r>
            <a:r>
              <a:rPr lang="ru-RU" dirty="0" smtClean="0"/>
              <a:t>:</a:t>
            </a:r>
          </a:p>
          <a:p>
            <a:r>
              <a:rPr lang="ru-RU" dirty="0" smtClean="0"/>
              <a:t>всички </a:t>
            </a:r>
            <a:r>
              <a:rPr lang="ru-RU" dirty="0"/>
              <a:t>стойности вляво са </a:t>
            </a:r>
            <a:r>
              <a:rPr lang="ru-RU" dirty="0" smtClean="0"/>
              <a:t>по-малки</a:t>
            </a:r>
          </a:p>
          <a:p>
            <a:endParaRPr lang="ru-RU" dirty="0" smtClean="0"/>
          </a:p>
          <a:p>
            <a:r>
              <a:rPr lang="ru-RU" dirty="0" smtClean="0"/>
              <a:t>всички </a:t>
            </a:r>
            <a:r>
              <a:rPr lang="ru-RU" dirty="0"/>
              <a:t>стойности вдясно са </a:t>
            </a:r>
            <a:r>
              <a:rPr lang="ru-RU" dirty="0" smtClean="0"/>
              <a:t>по-големи</a:t>
            </a:r>
          </a:p>
          <a:p>
            <a:endParaRPr lang="ru-RU" dirty="0" smtClean="0"/>
          </a:p>
          <a:p>
            <a:r>
              <a:rPr lang="ru-RU" dirty="0" smtClean="0"/>
              <a:t>Позволява </a:t>
            </a:r>
            <a:r>
              <a:rPr lang="ru-RU" dirty="0"/>
              <a:t>бързо </a:t>
            </a:r>
            <a:r>
              <a:rPr lang="ru-RU" dirty="0" smtClean="0"/>
              <a:t>търсене</a:t>
            </a:r>
          </a:p>
          <a:p>
            <a:r>
              <a:rPr lang="ru-RU" dirty="0" smtClean="0"/>
              <a:t>📌 </a:t>
            </a:r>
            <a:r>
              <a:rPr lang="ru-RU" dirty="0"/>
              <a:t>Пример: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752488" y="807762"/>
            <a:ext cx="5941957" cy="1337128"/>
          </a:xfrm>
        </p:spPr>
        <p:txBody>
          <a:bodyPr/>
          <a:lstStyle/>
          <a:p>
            <a:r>
              <a:rPr lang="en-US" sz="4400" dirty="0"/>
              <a:t>Binary Search Tree (BST)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498" y="5160980"/>
            <a:ext cx="1505368" cy="158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42400" y="435228"/>
            <a:ext cx="6307200" cy="1098400"/>
          </a:xfrm>
        </p:spPr>
        <p:txBody>
          <a:bodyPr/>
          <a:lstStyle/>
          <a:p>
            <a:r>
              <a:rPr lang="bg-BG" sz="4800" dirty="0"/>
              <a:t>Структура на проекта</a:t>
            </a:r>
            <a:endParaRPr lang="en-US" sz="4800" dirty="0"/>
          </a:p>
        </p:txBody>
      </p:sp>
      <p:sp>
        <p:nvSpPr>
          <p:cNvPr id="6" name="Title 1"/>
          <p:cNvSpPr>
            <a:spLocks noGrp="1"/>
          </p:cNvSpPr>
          <p:nvPr>
            <p:ph type="subTitle" idx="1"/>
          </p:nvPr>
        </p:nvSpPr>
        <p:spPr>
          <a:xfrm>
            <a:off x="3434978" y="1869809"/>
            <a:ext cx="5322044" cy="5592147"/>
          </a:xfrm>
        </p:spPr>
        <p:txBody>
          <a:bodyPr/>
          <a:lstStyle/>
          <a:p>
            <a:r>
              <a:rPr lang="en-US" dirty="0" smtClean="0"/>
              <a:t>BST_Luchezar12g/</a:t>
            </a:r>
          </a:p>
          <a:p>
            <a:endParaRPr lang="en-US" dirty="0" smtClean="0"/>
          </a:p>
          <a:p>
            <a:r>
              <a:rPr lang="en-US" dirty="0" smtClean="0"/>
              <a:t>├── </a:t>
            </a:r>
            <a:r>
              <a:rPr lang="en-US" dirty="0" err="1" smtClean="0"/>
              <a:t>Program.cs</a:t>
            </a:r>
            <a:endParaRPr lang="en-US" dirty="0" smtClean="0"/>
          </a:p>
          <a:p>
            <a:r>
              <a:rPr lang="en-US" dirty="0" smtClean="0"/>
              <a:t>├── </a:t>
            </a:r>
            <a:r>
              <a:rPr lang="en-US" dirty="0" err="1" smtClean="0"/>
              <a:t>Node.cs</a:t>
            </a:r>
            <a:endParaRPr lang="en-US" dirty="0" smtClean="0"/>
          </a:p>
          <a:p>
            <a:r>
              <a:rPr lang="en-US" dirty="0" smtClean="0"/>
              <a:t>├── </a:t>
            </a:r>
            <a:r>
              <a:rPr lang="en-US" dirty="0" err="1"/>
              <a:t>BinarySearchTree.cs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AVLTree.cs</a:t>
            </a:r>
            <a:endParaRPr lang="en-US" dirty="0"/>
          </a:p>
          <a:p>
            <a:r>
              <a:rPr lang="en-US" dirty="0"/>
              <a:t>└── </a:t>
            </a:r>
            <a:r>
              <a:rPr lang="en-US" dirty="0" smtClean="0"/>
              <a:t>README.md</a:t>
            </a:r>
          </a:p>
          <a:p>
            <a:endParaRPr lang="en-US" dirty="0"/>
          </a:p>
          <a:p>
            <a:r>
              <a:rPr lang="bg-BG" dirty="0"/>
              <a:t>Всеки клас има ясна роля</a:t>
            </a:r>
          </a:p>
          <a:p>
            <a:endParaRPr lang="bg-BG" dirty="0"/>
          </a:p>
          <a:p>
            <a:r>
              <a:rPr lang="bg-BG" dirty="0"/>
              <a:t>Кодът е подреден и лесен за поддръжка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8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603" y="1248178"/>
            <a:ext cx="6307200" cy="908000"/>
          </a:xfrm>
        </p:spPr>
        <p:txBody>
          <a:bodyPr/>
          <a:lstStyle/>
          <a:p>
            <a:r>
              <a:rPr lang="bg-BG" sz="2000" dirty="0"/>
              <a:t>Всеки възел в дървото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06" y="2156178"/>
            <a:ext cx="3000794" cy="319132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3023" y="2542416"/>
            <a:ext cx="3825600" cy="927200"/>
          </a:xfrm>
        </p:spPr>
        <p:txBody>
          <a:bodyPr/>
          <a:lstStyle/>
          <a:p>
            <a:r>
              <a:rPr lang="bg-BG" dirty="0"/>
              <a:t>Обяснение</a:t>
            </a:r>
            <a:r>
              <a:rPr lang="bg-BG" dirty="0" smtClean="0"/>
              <a:t>:</a:t>
            </a:r>
            <a:endParaRPr lang="en-US" dirty="0" smtClean="0"/>
          </a:p>
          <a:p>
            <a:r>
              <a:rPr lang="en-US" dirty="0" smtClean="0"/>
              <a:t>Key </a:t>
            </a:r>
            <a:r>
              <a:rPr lang="en-US" dirty="0"/>
              <a:t>– </a:t>
            </a:r>
            <a:r>
              <a:rPr lang="bg-BG" dirty="0"/>
              <a:t>стойността на </a:t>
            </a:r>
            <a:r>
              <a:rPr lang="bg-BG" dirty="0" smtClean="0"/>
              <a:t>възела</a:t>
            </a:r>
            <a:endParaRPr lang="en-US" dirty="0" smtClean="0"/>
          </a:p>
          <a:p>
            <a:r>
              <a:rPr lang="en-US" dirty="0" smtClean="0"/>
              <a:t>Left</a:t>
            </a:r>
            <a:r>
              <a:rPr lang="en-US" dirty="0"/>
              <a:t>, Right – </a:t>
            </a:r>
            <a:r>
              <a:rPr lang="bg-BG" dirty="0" smtClean="0"/>
              <a:t>децата</a:t>
            </a:r>
            <a:endParaRPr lang="en-US" dirty="0" smtClean="0"/>
          </a:p>
          <a:p>
            <a:r>
              <a:rPr lang="en-US" dirty="0" smtClean="0"/>
              <a:t>Height </a:t>
            </a:r>
            <a:r>
              <a:rPr lang="en-US" dirty="0"/>
              <a:t>– </a:t>
            </a:r>
            <a:r>
              <a:rPr lang="bg-BG" dirty="0"/>
              <a:t>използва се при </a:t>
            </a:r>
            <a:r>
              <a:rPr lang="en-US" dirty="0"/>
              <a:t>AVL </a:t>
            </a:r>
            <a:r>
              <a:rPr lang="bg-BG" dirty="0"/>
              <a:t>дървото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42400" y="175584"/>
            <a:ext cx="6307200" cy="1098400"/>
          </a:xfrm>
        </p:spPr>
        <p:txBody>
          <a:bodyPr/>
          <a:lstStyle/>
          <a:p>
            <a:r>
              <a:rPr lang="bg-BG" dirty="0"/>
              <a:t>Клас </a:t>
            </a:r>
            <a:r>
              <a:rPr lang="en-US" dirty="0"/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41632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664178" y="90311"/>
            <a:ext cx="6585422" cy="1793273"/>
          </a:xfrm>
        </p:spPr>
        <p:txBody>
          <a:bodyPr/>
          <a:lstStyle/>
          <a:p>
            <a:r>
              <a:rPr lang="bg-BG" sz="4800" dirty="0"/>
              <a:t>Добавяне в </a:t>
            </a:r>
            <a:r>
              <a:rPr lang="en-US" sz="4800" dirty="0"/>
              <a:t>BST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907" y="1486605"/>
            <a:ext cx="3885964" cy="264670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subTitle" idx="1"/>
          </p:nvPr>
        </p:nvSpPr>
        <p:spPr>
          <a:xfrm>
            <a:off x="3199578" y="4133310"/>
            <a:ext cx="5514622" cy="2362906"/>
          </a:xfrm>
        </p:spPr>
        <p:txBody>
          <a:bodyPr/>
          <a:lstStyle/>
          <a:p>
            <a:r>
              <a:rPr lang="ru-RU" sz="2000" dirty="0"/>
              <a:t>Обяснение:</a:t>
            </a:r>
          </a:p>
          <a:p>
            <a:r>
              <a:rPr lang="ru-RU" sz="2000" dirty="0"/>
              <a:t>Ако мястото е празно → създаваме нов възел</a:t>
            </a:r>
          </a:p>
          <a:p>
            <a:r>
              <a:rPr lang="ru-RU" sz="2000" dirty="0"/>
              <a:t>Ако числото е по-малко → отиваме наляво</a:t>
            </a:r>
          </a:p>
          <a:p>
            <a:r>
              <a:rPr lang="ru-RU" sz="2000" dirty="0"/>
              <a:t>Ако е по-голямо → отиваме надясно</a:t>
            </a:r>
          </a:p>
          <a:p>
            <a:r>
              <a:rPr lang="ru-RU" sz="2000" dirty="0"/>
              <a:t>Това гарантира подредбата на BST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5542" y="4686388"/>
            <a:ext cx="7746794" cy="2318367"/>
          </a:xfrm>
        </p:spPr>
        <p:txBody>
          <a:bodyPr/>
          <a:lstStyle/>
          <a:p>
            <a:r>
              <a:rPr lang="ru-RU" dirty="0"/>
              <a:t>Обяснение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ru-RU" dirty="0" smtClean="0"/>
              <a:t>Ако </a:t>
            </a:r>
            <a:r>
              <a:rPr lang="ru-RU" dirty="0"/>
              <a:t>възелът е null → няма такъв </a:t>
            </a:r>
            <a:r>
              <a:rPr lang="ru-RU" dirty="0" smtClean="0"/>
              <a:t>елемент</a:t>
            </a:r>
            <a:endParaRPr lang="en-US" dirty="0" smtClean="0"/>
          </a:p>
          <a:p>
            <a:r>
              <a:rPr lang="ru-RU" dirty="0" smtClean="0"/>
              <a:t>Ако </a:t>
            </a:r>
            <a:r>
              <a:rPr lang="ru-RU" dirty="0"/>
              <a:t>ключовете съвпадат → </a:t>
            </a:r>
            <a:r>
              <a:rPr lang="ru-RU" dirty="0" smtClean="0"/>
              <a:t>намерен</a:t>
            </a:r>
            <a:endParaRPr lang="en-US" dirty="0" smtClean="0"/>
          </a:p>
          <a:p>
            <a:r>
              <a:rPr lang="ru-RU" dirty="0" smtClean="0"/>
              <a:t>Продължаваме </a:t>
            </a:r>
            <a:r>
              <a:rPr lang="ru-RU" dirty="0"/>
              <a:t>наляво или надясно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42400" y="367495"/>
            <a:ext cx="6307200" cy="1098400"/>
          </a:xfrm>
        </p:spPr>
        <p:txBody>
          <a:bodyPr/>
          <a:lstStyle/>
          <a:p>
            <a:r>
              <a:rPr lang="bg-BG" sz="4800" dirty="0"/>
              <a:t>Търсене в дървото</a:t>
            </a:r>
            <a:endParaRPr lang="en-US" sz="4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200" y="1465895"/>
            <a:ext cx="3791479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8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8489" y="4619518"/>
            <a:ext cx="4983378" cy="927200"/>
          </a:xfrm>
        </p:spPr>
        <p:txBody>
          <a:bodyPr/>
          <a:lstStyle/>
          <a:p>
            <a:r>
              <a:rPr lang="ru-RU" dirty="0"/>
              <a:t>Обяснение:</a:t>
            </a:r>
          </a:p>
          <a:p>
            <a:r>
              <a:rPr lang="ru-RU" dirty="0"/>
              <a:t>Първо ляво дете</a:t>
            </a:r>
          </a:p>
          <a:p>
            <a:r>
              <a:rPr lang="ru-RU" dirty="0"/>
              <a:t>После текущ възел</a:t>
            </a:r>
          </a:p>
          <a:p>
            <a:r>
              <a:rPr lang="ru-RU" dirty="0"/>
              <a:t>Накрая дясно дете</a:t>
            </a:r>
          </a:p>
          <a:p>
            <a:r>
              <a:rPr lang="ru-RU" dirty="0"/>
              <a:t>Извежда числата </a:t>
            </a:r>
            <a:r>
              <a:rPr lang="ru-RU" b="1" dirty="0"/>
              <a:t>в нарастващ ред</a:t>
            </a:r>
            <a:endParaRPr lang="ru-RU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1971555" y="164295"/>
            <a:ext cx="8233600" cy="1122638"/>
          </a:xfrm>
        </p:spPr>
        <p:txBody>
          <a:bodyPr/>
          <a:lstStyle/>
          <a:p>
            <a:r>
              <a:rPr lang="bg-BG" dirty="0"/>
              <a:t>Обхождане </a:t>
            </a:r>
            <a:r>
              <a:rPr lang="en-US" dirty="0" err="1"/>
              <a:t>InOrder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74" y="1359447"/>
            <a:ext cx="4600793" cy="32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848444" y="559407"/>
            <a:ext cx="6495111" cy="1098400"/>
          </a:xfrm>
        </p:spPr>
        <p:txBody>
          <a:bodyPr/>
          <a:lstStyle/>
          <a:p>
            <a:r>
              <a:rPr lang="bg-BG" sz="4800" dirty="0"/>
              <a:t>Какво е </a:t>
            </a:r>
            <a:r>
              <a:rPr lang="en-US" sz="4800" dirty="0"/>
              <a:t>AVL </a:t>
            </a:r>
            <a:r>
              <a:rPr lang="bg-BG" sz="4800" dirty="0"/>
              <a:t>дърво?</a:t>
            </a:r>
            <a:endParaRPr lang="en-US" sz="4800" dirty="0"/>
          </a:p>
        </p:txBody>
      </p:sp>
      <p:sp>
        <p:nvSpPr>
          <p:cNvPr id="6" name="Title 1"/>
          <p:cNvSpPr>
            <a:spLocks noGrp="1"/>
          </p:cNvSpPr>
          <p:nvPr>
            <p:ph type="subTitle" idx="1"/>
          </p:nvPr>
        </p:nvSpPr>
        <p:spPr>
          <a:xfrm>
            <a:off x="3480132" y="2185899"/>
            <a:ext cx="5231734" cy="3345656"/>
          </a:xfrm>
        </p:spPr>
        <p:txBody>
          <a:bodyPr/>
          <a:lstStyle/>
          <a:p>
            <a:r>
              <a:rPr lang="ru-RU" dirty="0"/>
              <a:t>AVL дървото е самобалансиращо се </a:t>
            </a:r>
            <a:r>
              <a:rPr lang="ru-RU" dirty="0" smtClean="0"/>
              <a:t>BST</a:t>
            </a:r>
            <a:endParaRPr lang="en-US" dirty="0" smtClean="0"/>
          </a:p>
          <a:p>
            <a:r>
              <a:rPr lang="ru-RU" dirty="0" smtClean="0"/>
              <a:t>След </a:t>
            </a:r>
            <a:r>
              <a:rPr lang="ru-RU" dirty="0"/>
              <a:t>всяко добавяне</a:t>
            </a:r>
            <a:r>
              <a:rPr lang="ru-RU" dirty="0" smtClean="0"/>
              <a:t>:</a:t>
            </a:r>
            <a:endParaRPr lang="en-US" dirty="0" smtClean="0"/>
          </a:p>
          <a:p>
            <a:r>
              <a:rPr lang="ru-RU" dirty="0" smtClean="0"/>
              <a:t>проверява баланса</a:t>
            </a:r>
            <a:endParaRPr lang="en-US" dirty="0" smtClean="0"/>
          </a:p>
          <a:p>
            <a:r>
              <a:rPr lang="ru-RU" dirty="0" smtClean="0"/>
              <a:t>при </a:t>
            </a:r>
            <a:r>
              <a:rPr lang="ru-RU" dirty="0"/>
              <a:t>нужда прави </a:t>
            </a:r>
            <a:r>
              <a:rPr lang="ru-RU" dirty="0" smtClean="0"/>
              <a:t>ротации</a:t>
            </a:r>
            <a:endParaRPr lang="en-US" dirty="0" smtClean="0"/>
          </a:p>
          <a:p>
            <a:r>
              <a:rPr lang="ru-RU" dirty="0" smtClean="0"/>
              <a:t>Гарантира </a:t>
            </a:r>
            <a:r>
              <a:rPr lang="ru-RU" dirty="0"/>
              <a:t>бърза работа – O(log 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89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2089" y="4173265"/>
            <a:ext cx="6267822" cy="2295267"/>
          </a:xfrm>
        </p:spPr>
        <p:txBody>
          <a:bodyPr/>
          <a:lstStyle/>
          <a:p>
            <a:r>
              <a:rPr lang="ru-RU" dirty="0"/>
              <a:t>Обяснение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Баланс = височина ляво − височина </a:t>
            </a:r>
            <a:r>
              <a:rPr lang="ru-RU" dirty="0" smtClean="0"/>
              <a:t>дясно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Ако |баланс| &gt; 1 → дървото не е балансирано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763778" y="570695"/>
            <a:ext cx="6664444" cy="1145216"/>
          </a:xfrm>
        </p:spPr>
        <p:txBody>
          <a:bodyPr/>
          <a:lstStyle/>
          <a:p>
            <a:r>
              <a:rPr lang="bg-BG" dirty="0"/>
              <a:t>Баланс фактор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979" y="2096112"/>
            <a:ext cx="5208042" cy="193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7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9288" y="4068607"/>
            <a:ext cx="7173423" cy="2693437"/>
          </a:xfrm>
        </p:spPr>
        <p:txBody>
          <a:bodyPr/>
          <a:lstStyle/>
          <a:p>
            <a:r>
              <a:rPr lang="ru-RU" dirty="0"/>
              <a:t>Обяснение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Това е </a:t>
            </a:r>
            <a:r>
              <a:rPr lang="ru-RU" b="1" dirty="0"/>
              <a:t>LL </a:t>
            </a:r>
            <a:r>
              <a:rPr lang="ru-RU" b="1" dirty="0" smtClean="0"/>
              <a:t>ротация</a:t>
            </a:r>
            <a:endParaRPr lang="en-US" b="1" dirty="0" smtClean="0"/>
          </a:p>
          <a:p>
            <a:endParaRPr lang="ru-RU" dirty="0"/>
          </a:p>
          <a:p>
            <a:r>
              <a:rPr lang="ru-RU" dirty="0"/>
              <a:t>Използва се, когато дървото е наклонено </a:t>
            </a:r>
            <a:r>
              <a:rPr lang="ru-RU" dirty="0" smtClean="0"/>
              <a:t>наляво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Целта е да се възстанови балансът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42400" y="988384"/>
            <a:ext cx="6307200" cy="1098400"/>
          </a:xfrm>
        </p:spPr>
        <p:txBody>
          <a:bodyPr/>
          <a:lstStyle/>
          <a:p>
            <a:r>
              <a:rPr lang="bg-BG" dirty="0"/>
              <a:t>Ротации в </a:t>
            </a:r>
            <a:r>
              <a:rPr lang="en-US" dirty="0"/>
              <a:t>AVL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06" y="2351036"/>
            <a:ext cx="5506448" cy="132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9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9511" y="4102381"/>
            <a:ext cx="6631555" cy="2544145"/>
          </a:xfrm>
        </p:spPr>
        <p:txBody>
          <a:bodyPr/>
          <a:lstStyle/>
          <a:p>
            <a:r>
              <a:rPr lang="ru-RU" dirty="0"/>
              <a:t>Обяснение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Потребителят избира </a:t>
            </a:r>
            <a:r>
              <a:rPr lang="ru-RU" dirty="0" smtClean="0"/>
              <a:t>операция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Програмата работи както с BST, така и с </a:t>
            </a:r>
            <a:r>
              <a:rPr lang="ru-RU" dirty="0" smtClean="0"/>
              <a:t>AVL</a:t>
            </a:r>
            <a:endParaRPr lang="en-US" dirty="0" smtClean="0"/>
          </a:p>
          <a:p>
            <a:endParaRPr lang="ru-RU" dirty="0"/>
          </a:p>
          <a:p>
            <a:r>
              <a:rPr lang="ru-RU" dirty="0"/>
              <a:t>Има защита от невалиден вход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42400" y="672295"/>
            <a:ext cx="6307200" cy="1098400"/>
          </a:xfrm>
        </p:spPr>
        <p:txBody>
          <a:bodyPr/>
          <a:lstStyle/>
          <a:p>
            <a:r>
              <a:rPr lang="ru-RU" sz="5400" dirty="0"/>
              <a:t>Меню и работа на </a:t>
            </a:r>
            <a:r>
              <a:rPr lang="ru-RU" sz="5400" dirty="0" smtClean="0"/>
              <a:t>програмат</a:t>
            </a:r>
            <a:r>
              <a:rPr lang="en-US" sz="5400" dirty="0" smtClean="0"/>
              <a:t>a</a:t>
            </a:r>
            <a:endParaRPr lang="en-US" sz="5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867" y="2339892"/>
            <a:ext cx="4102844" cy="176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2931111" y="2512384"/>
            <a:ext cx="6307200" cy="1687082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6034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 Science &amp; Mathematics Major For College_ Computer Science &amp; Programming by Slidesgo</Template>
  <TotalTime>26</TotalTime>
  <Words>310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Play</vt:lpstr>
      <vt:lpstr>Proxima Nova</vt:lpstr>
      <vt:lpstr>Proxima Nova Semibold</vt:lpstr>
      <vt:lpstr>Source Sans Pro</vt:lpstr>
      <vt:lpstr>Computer Science &amp; Mathematics Major For College: Computer Science &amp; Programming by Slidesgo</vt:lpstr>
      <vt:lpstr>Slidesgo Final Pages</vt:lpstr>
      <vt:lpstr>Реализация на Binary Search Tree и AVL Tree на C#</vt:lpstr>
      <vt:lpstr>Какво е дърво?</vt:lpstr>
      <vt:lpstr>Binary Search Tree (BST)</vt:lpstr>
      <vt:lpstr>Структура на проекта</vt:lpstr>
      <vt:lpstr>Всеки възел в дървото</vt:lpstr>
      <vt:lpstr>Добавяне в BST</vt:lpstr>
      <vt:lpstr>Търсене в дървото</vt:lpstr>
      <vt:lpstr>Обхождане InOrder</vt:lpstr>
      <vt:lpstr>Какво е AVL дърво?</vt:lpstr>
      <vt:lpstr>Баланс фактор</vt:lpstr>
      <vt:lpstr>Ротации в AVL</vt:lpstr>
      <vt:lpstr>Меню и работа на програматa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на Binary Search Tree и AVL Tree на C#</dc:title>
  <dc:creator>student</dc:creator>
  <cp:lastModifiedBy>student</cp:lastModifiedBy>
  <cp:revision>3</cp:revision>
  <dcterms:created xsi:type="dcterms:W3CDTF">2026-01-09T06:55:06Z</dcterms:created>
  <dcterms:modified xsi:type="dcterms:W3CDTF">2026-01-09T07:21:24Z</dcterms:modified>
</cp:coreProperties>
</file>